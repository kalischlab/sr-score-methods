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18"/>
  </p:notesMasterIdLst>
  <p:sldIdLst>
    <p:sldId id="256" r:id="rId2"/>
    <p:sldId id="273" r:id="rId3"/>
    <p:sldId id="274" r:id="rId4"/>
    <p:sldId id="275" r:id="rId5"/>
    <p:sldId id="780" r:id="rId6"/>
    <p:sldId id="276" r:id="rId7"/>
    <p:sldId id="277" r:id="rId8"/>
    <p:sldId id="278" r:id="rId9"/>
    <p:sldId id="771" r:id="rId10"/>
    <p:sldId id="779" r:id="rId11"/>
    <p:sldId id="778" r:id="rId12"/>
    <p:sldId id="263" r:id="rId13"/>
    <p:sldId id="781" r:id="rId14"/>
    <p:sldId id="782" r:id="rId15"/>
    <p:sldId id="783" r:id="rId16"/>
    <p:sldId id="772" r:id="rId1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06C179-DF7C-4BA8-B575-F842F018ECBB}" v="4" dt="2024-09-19T12:06:17.998"/>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p:scale>
          <a:sx n="70" d="100"/>
          <a:sy n="70" d="100"/>
        </p:scale>
        <p:origin x="192"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1A3352-84D0-4F27-94B5-2D6881CD5818}" type="datetimeFigureOut">
              <a:rPr lang="en-US" smtClean="0"/>
              <a:t>9/23/2025</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B2CBA7-4921-49ED-955D-393C85AD9D4B}" type="slidenum">
              <a:rPr lang="en-US" smtClean="0"/>
              <a:t>‹#›</a:t>
            </a:fld>
            <a:endParaRPr lang="en-US"/>
          </a:p>
        </p:txBody>
      </p:sp>
    </p:spTree>
    <p:extLst>
      <p:ext uri="{BB962C8B-B14F-4D97-AF65-F5344CB8AC3E}">
        <p14:creationId xmlns:p14="http://schemas.microsoft.com/office/powerpoint/2010/main" val="2741259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HCWs from early pandemic hotspots were exposed to high occupational stress, especially during the first pandemic outbreak These stressors had immediate and long-lasting effects on the mental health of HCWs</a:t>
            </a:r>
          </a:p>
          <a:p>
            <a:pPr>
              <a:buFont typeface="Arial" panose="020B0604020202020204" pitchFamily="34" charset="0"/>
              <a:buChar char="•"/>
            </a:pPr>
            <a:r>
              <a:rPr lang="en-US" dirty="0"/>
              <a:t>And, consequently, on health systems themselves, which had to face unprecedented care demands.</a:t>
            </a:r>
          </a:p>
          <a:p>
            <a:endParaRPr lang="de-DE" dirty="0"/>
          </a:p>
          <a:p>
            <a:r>
              <a:rPr lang="de-DE" dirty="0"/>
              <a:t>REALLY BURDENED POPULATION</a:t>
            </a:r>
          </a:p>
          <a:p>
            <a:r>
              <a:rPr lang="de-DE" dirty="0"/>
              <a:t>NO PRE PANDEMIC DATA (Baseline &gt; first wave)</a:t>
            </a:r>
          </a:p>
          <a:p>
            <a:endParaRPr lang="de-DE" dirty="0"/>
          </a:p>
          <a:p>
            <a:r>
              <a:rPr lang="de-DE" dirty="0"/>
              <a:t>What does that mean for prediction? &gt;&gt; sill some context effect</a:t>
            </a:r>
          </a:p>
          <a:p>
            <a:endParaRPr lang="de-DE" dirty="0"/>
          </a:p>
          <a:p>
            <a:r>
              <a:rPr lang="de-DE" dirty="0"/>
              <a:t>IS THE SR SCORE REALLY RIDGID? WHAT ABOUT PROCESSES?</a:t>
            </a:r>
          </a:p>
        </p:txBody>
      </p:sp>
      <p:sp>
        <p:nvSpPr>
          <p:cNvPr id="4" name="Slide Number Placeholder 3"/>
          <p:cNvSpPr>
            <a:spLocks noGrp="1"/>
          </p:cNvSpPr>
          <p:nvPr>
            <p:ph type="sldNum" sz="quarter" idx="5"/>
          </p:nvPr>
        </p:nvSpPr>
        <p:spPr/>
        <p:txBody>
          <a:bodyPr/>
          <a:lstStyle/>
          <a:p>
            <a:pPr>
              <a:defRPr/>
            </a:pPr>
            <a:fld id="{1BC3557C-AA9B-1345-BC1A-41B8A075C7CB}" type="slidenum">
              <a:rPr lang="de-DE" smtClean="0"/>
              <a:pPr>
                <a:defRPr/>
              </a:pPr>
              <a:t>9</a:t>
            </a:fld>
            <a:endParaRPr lang="de-DE"/>
          </a:p>
        </p:txBody>
      </p:sp>
    </p:spTree>
    <p:extLst>
      <p:ext uri="{BB962C8B-B14F-4D97-AF65-F5344CB8AC3E}">
        <p14:creationId xmlns:p14="http://schemas.microsoft.com/office/powerpoint/2010/main" val="159173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HCWs from early pandemic hotspots were exposed to high occupational stress, especially during the first pandemic outbreak These stressors had immediate and long-lasting effects on the mental health of HCWs</a:t>
            </a:r>
          </a:p>
          <a:p>
            <a:pPr>
              <a:buFont typeface="Arial" panose="020B0604020202020204" pitchFamily="34" charset="0"/>
              <a:buChar char="•"/>
            </a:pPr>
            <a:r>
              <a:rPr lang="en-US" dirty="0"/>
              <a:t>And, consequently, on health systems themselves, which had to face unprecedented care demands.</a:t>
            </a:r>
          </a:p>
          <a:p>
            <a:endParaRPr lang="de-DE" dirty="0"/>
          </a:p>
          <a:p>
            <a:r>
              <a:rPr lang="de-DE" dirty="0"/>
              <a:t>REALLY BURDENED POPULATION</a:t>
            </a:r>
          </a:p>
          <a:p>
            <a:r>
              <a:rPr lang="de-DE" dirty="0"/>
              <a:t>NO PRE PANDEMIC DATA (Baseline &gt; first wave)</a:t>
            </a:r>
          </a:p>
          <a:p>
            <a:endParaRPr lang="de-DE" dirty="0"/>
          </a:p>
          <a:p>
            <a:r>
              <a:rPr lang="de-DE" dirty="0"/>
              <a:t>What does that mean for prediction? &gt;&gt; sill some context effect</a:t>
            </a:r>
          </a:p>
          <a:p>
            <a:endParaRPr lang="de-DE" dirty="0"/>
          </a:p>
          <a:p>
            <a:r>
              <a:rPr lang="de-DE" dirty="0"/>
              <a:t>IS THE SR SCORE REALLY RIDGID? WHAT ABOUT PROCESSES?</a:t>
            </a:r>
          </a:p>
        </p:txBody>
      </p:sp>
      <p:sp>
        <p:nvSpPr>
          <p:cNvPr id="4" name="Slide Number Placeholder 3"/>
          <p:cNvSpPr>
            <a:spLocks noGrp="1"/>
          </p:cNvSpPr>
          <p:nvPr>
            <p:ph type="sldNum" sz="quarter" idx="5"/>
          </p:nvPr>
        </p:nvSpPr>
        <p:spPr/>
        <p:txBody>
          <a:bodyPr/>
          <a:lstStyle/>
          <a:p>
            <a:pPr>
              <a:defRPr/>
            </a:pPr>
            <a:fld id="{1BC3557C-AA9B-1345-BC1A-41B8A075C7CB}" type="slidenum">
              <a:rPr lang="de-DE" smtClean="0"/>
              <a:pPr>
                <a:defRPr/>
              </a:pPr>
              <a:t>16</a:t>
            </a:fld>
            <a:endParaRPr lang="de-DE"/>
          </a:p>
        </p:txBody>
      </p:sp>
    </p:spTree>
    <p:extLst>
      <p:ext uri="{BB962C8B-B14F-4D97-AF65-F5344CB8AC3E}">
        <p14:creationId xmlns:p14="http://schemas.microsoft.com/office/powerpoint/2010/main" val="28254991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lir-mainz.d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tart slide LIR logo">
    <p:spTree>
      <p:nvGrpSpPr>
        <p:cNvPr id="1" name=""/>
        <p:cNvGrpSpPr/>
        <p:nvPr/>
      </p:nvGrpSpPr>
      <p:grpSpPr>
        <a:xfrm>
          <a:off x="0" y="0"/>
          <a:ext cx="0" cy="0"/>
          <a:chOff x="0" y="0"/>
          <a:chExt cx="0" cy="0"/>
        </a:xfrm>
      </p:grpSpPr>
      <p:cxnSp>
        <p:nvCxnSpPr>
          <p:cNvPr id="8" name="Gerader Verbinder 7">
            <a:extLst>
              <a:ext uri="{FF2B5EF4-FFF2-40B4-BE49-F238E27FC236}">
                <a16:creationId xmlns:a16="http://schemas.microsoft.com/office/drawing/2014/main" id="{1DF4D791-E759-4DFB-9EE3-8DB1774702F2}"/>
              </a:ext>
            </a:extLst>
          </p:cNvPr>
          <p:cNvCxnSpPr>
            <a:cxnSpLocks/>
          </p:cNvCxnSpPr>
          <p:nvPr/>
        </p:nvCxnSpPr>
        <p:spPr>
          <a:xfrm flipH="1">
            <a:off x="426000" y="6130500"/>
            <a:ext cx="11340000" cy="0"/>
          </a:xfrm>
          <a:prstGeom prst="line">
            <a:avLst/>
          </a:prstGeom>
          <a:ln w="15240">
            <a:solidFill>
              <a:srgbClr val="B1C800"/>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61AA10B7-A652-438F-8F32-5E54E8F11164}"/>
              </a:ext>
            </a:extLst>
          </p:cNvPr>
          <p:cNvSpPr txBox="1"/>
          <p:nvPr/>
        </p:nvSpPr>
        <p:spPr>
          <a:xfrm>
            <a:off x="426000" y="6153150"/>
            <a:ext cx="11340000" cy="663515"/>
          </a:xfrm>
          <a:prstGeom prst="rect">
            <a:avLst/>
          </a:prstGeom>
          <a:noFill/>
        </p:spPr>
        <p:txBody>
          <a:bodyPr wrap="square" rtlCol="0">
            <a:spAutoFit/>
          </a:bodyPr>
          <a:lstStyle/>
          <a:p>
            <a:pPr algn="ctr">
              <a:lnSpc>
                <a:spcPct val="120000"/>
              </a:lnSpc>
            </a:pPr>
            <a:r>
              <a:rPr lang="de-DE" sz="1600" b="1" i="1" dirty="0">
                <a:solidFill>
                  <a:srgbClr val="373737"/>
                </a:solidFill>
                <a:latin typeface="Calibri" panose="020F0502020204030204" pitchFamily="34" charset="0"/>
                <a:cs typeface="Calibri" panose="020F0502020204030204" pitchFamily="34" charset="0"/>
              </a:rPr>
              <a:t>Leibniz-Institute </a:t>
            </a:r>
            <a:r>
              <a:rPr lang="de-DE" sz="1600" b="1" i="1" dirty="0" err="1">
                <a:solidFill>
                  <a:srgbClr val="373737"/>
                </a:solidFill>
                <a:latin typeface="Calibri" panose="020F0502020204030204" pitchFamily="34" charset="0"/>
                <a:cs typeface="Calibri" panose="020F0502020204030204" pitchFamily="34" charset="0"/>
              </a:rPr>
              <a:t>for</a:t>
            </a:r>
            <a:r>
              <a:rPr lang="de-DE" sz="1600" b="1" i="1" dirty="0">
                <a:solidFill>
                  <a:srgbClr val="373737"/>
                </a:solidFill>
                <a:latin typeface="Calibri" panose="020F0502020204030204" pitchFamily="34" charset="0"/>
                <a:cs typeface="Calibri" panose="020F0502020204030204" pitchFamily="34" charset="0"/>
              </a:rPr>
              <a:t> </a:t>
            </a:r>
            <a:r>
              <a:rPr lang="de-DE" sz="1600" b="1" i="1" dirty="0" err="1">
                <a:solidFill>
                  <a:srgbClr val="373737"/>
                </a:solidFill>
                <a:latin typeface="Calibri" panose="020F0502020204030204" pitchFamily="34" charset="0"/>
                <a:cs typeface="Calibri" panose="020F0502020204030204" pitchFamily="34" charset="0"/>
              </a:rPr>
              <a:t>Resilience</a:t>
            </a:r>
            <a:r>
              <a:rPr lang="de-DE" sz="1600" b="1" i="1" dirty="0">
                <a:solidFill>
                  <a:srgbClr val="373737"/>
                </a:solidFill>
                <a:latin typeface="Calibri" panose="020F0502020204030204" pitchFamily="34" charset="0"/>
                <a:cs typeface="Calibri" panose="020F0502020204030204" pitchFamily="34" charset="0"/>
              </a:rPr>
              <a:t> Research (LIR) gGmbH </a:t>
            </a:r>
            <a:r>
              <a:rPr lang="de-DE" sz="1600" i="1" dirty="0">
                <a:solidFill>
                  <a:srgbClr val="373737"/>
                </a:solidFill>
                <a:latin typeface="+mn-lt"/>
              </a:rPr>
              <a:t>– Wallstraße 7, 55122 Mainz</a:t>
            </a:r>
          </a:p>
          <a:p>
            <a:pPr algn="ctr">
              <a:lnSpc>
                <a:spcPct val="120000"/>
              </a:lnSpc>
            </a:pPr>
            <a:r>
              <a:rPr lang="de-DE" sz="1600" b="1" i="1" dirty="0">
                <a:solidFill>
                  <a:srgbClr val="B1C800"/>
                </a:solidFill>
                <a:latin typeface="+mn-lt"/>
              </a:rPr>
              <a:t>www.lir-mainz.de</a:t>
            </a:r>
          </a:p>
        </p:txBody>
      </p:sp>
      <p:sp>
        <p:nvSpPr>
          <p:cNvPr id="6" name="Rechteck 5">
            <a:hlinkClick r:id="rId2"/>
            <a:extLst>
              <a:ext uri="{FF2B5EF4-FFF2-40B4-BE49-F238E27FC236}">
                <a16:creationId xmlns:a16="http://schemas.microsoft.com/office/drawing/2014/main" id="{302C1086-448F-41EE-8ACB-6F9CB0EFE21C}"/>
              </a:ext>
            </a:extLst>
          </p:cNvPr>
          <p:cNvSpPr/>
          <p:nvPr/>
        </p:nvSpPr>
        <p:spPr>
          <a:xfrm>
            <a:off x="5272362" y="6527104"/>
            <a:ext cx="1647172" cy="2546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Zeichnung enthält.&#10;&#10;Automatisch generierte Beschreibung">
            <a:extLst>
              <a:ext uri="{FF2B5EF4-FFF2-40B4-BE49-F238E27FC236}">
                <a16:creationId xmlns:a16="http://schemas.microsoft.com/office/drawing/2014/main" id="{B4360834-463C-48BC-960B-F6043F88C7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4800" y="2023200"/>
            <a:ext cx="6483820" cy="2444400"/>
          </a:xfrm>
          <a:prstGeom prst="rect">
            <a:avLst/>
          </a:prstGeom>
        </p:spPr>
      </p:pic>
    </p:spTree>
    <p:extLst>
      <p:ext uri="{BB962C8B-B14F-4D97-AF65-F5344CB8AC3E}">
        <p14:creationId xmlns:p14="http://schemas.microsoft.com/office/powerpoint/2010/main" val="2475438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f presenta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58A31F-05C8-4E28-9B40-BF4C70B5E66C}"/>
              </a:ext>
            </a:extLst>
          </p:cNvPr>
          <p:cNvSpPr>
            <a:spLocks noGrp="1"/>
          </p:cNvSpPr>
          <p:nvPr>
            <p:ph type="ctrTitle" hasCustomPrompt="1"/>
          </p:nvPr>
        </p:nvSpPr>
        <p:spPr>
          <a:xfrm>
            <a:off x="1522800" y="2237898"/>
            <a:ext cx="9144000" cy="720000"/>
          </a:xfrm>
          <a:prstGeom prst="rect">
            <a:avLst/>
          </a:prstGeom>
        </p:spPr>
        <p:txBody>
          <a:bodyPr anchor="ctr"/>
          <a:lstStyle>
            <a:lvl1pPr algn="ctr">
              <a:defRPr sz="4800">
                <a:solidFill>
                  <a:srgbClr val="373737"/>
                </a:solidFill>
                <a:latin typeface="+mn-lt"/>
              </a:defRPr>
            </a:lvl1pPr>
          </a:lstStyle>
          <a:p>
            <a:r>
              <a:rPr lang="de-DE" dirty="0"/>
              <a:t>Edit title like: »</a:t>
            </a:r>
            <a:r>
              <a:rPr lang="de-DE" dirty="0" err="1"/>
              <a:t>Resilience</a:t>
            </a:r>
            <a:r>
              <a:rPr lang="de-DE" dirty="0"/>
              <a:t>«</a:t>
            </a:r>
          </a:p>
        </p:txBody>
      </p:sp>
      <p:cxnSp>
        <p:nvCxnSpPr>
          <p:cNvPr id="7" name="Gerader Verbinder 6">
            <a:extLst>
              <a:ext uri="{FF2B5EF4-FFF2-40B4-BE49-F238E27FC236}">
                <a16:creationId xmlns:a16="http://schemas.microsoft.com/office/drawing/2014/main" id="{AD551C50-1A4E-406F-8172-D359BAD91303}"/>
              </a:ext>
            </a:extLst>
          </p:cNvPr>
          <p:cNvCxnSpPr>
            <a:cxnSpLocks/>
          </p:cNvCxnSpPr>
          <p:nvPr/>
        </p:nvCxnSpPr>
        <p:spPr>
          <a:xfrm flipH="1">
            <a:off x="426000" y="6120758"/>
            <a:ext cx="11340000" cy="0"/>
          </a:xfrm>
          <a:prstGeom prst="line">
            <a:avLst/>
          </a:prstGeom>
          <a:ln w="25400">
            <a:solidFill>
              <a:srgbClr val="B1C800"/>
            </a:solidFill>
          </a:ln>
        </p:spPr>
        <p:style>
          <a:lnRef idx="1">
            <a:schemeClr val="accent1"/>
          </a:lnRef>
          <a:fillRef idx="0">
            <a:schemeClr val="accent1"/>
          </a:fillRef>
          <a:effectRef idx="0">
            <a:schemeClr val="accent1"/>
          </a:effectRef>
          <a:fontRef idx="minor">
            <a:schemeClr val="tx1"/>
          </a:fontRef>
        </p:style>
      </p:cxnSp>
      <p:sp>
        <p:nvSpPr>
          <p:cNvPr id="4" name="Textplatzhalter 3">
            <a:extLst>
              <a:ext uri="{FF2B5EF4-FFF2-40B4-BE49-F238E27FC236}">
                <a16:creationId xmlns:a16="http://schemas.microsoft.com/office/drawing/2014/main" id="{52150D1C-CA19-4BA5-97C6-C717C77A752F}"/>
              </a:ext>
            </a:extLst>
          </p:cNvPr>
          <p:cNvSpPr>
            <a:spLocks noGrp="1"/>
          </p:cNvSpPr>
          <p:nvPr>
            <p:ph type="body" sz="quarter" idx="12" hasCustomPrompt="1"/>
          </p:nvPr>
        </p:nvSpPr>
        <p:spPr>
          <a:xfrm>
            <a:off x="1522801" y="3069001"/>
            <a:ext cx="9143999" cy="719998"/>
          </a:xfrm>
        </p:spPr>
        <p:txBody>
          <a:bodyPr anchor="ctr">
            <a:normAutofit/>
          </a:bodyPr>
          <a:lstStyle>
            <a:lvl1pPr marL="0" indent="0" algn="ctr">
              <a:buFontTx/>
              <a:buNone/>
              <a:defRPr sz="3000" i="1"/>
            </a:lvl1pPr>
          </a:lstStyle>
          <a:p>
            <a:pPr lvl="0"/>
            <a:r>
              <a:rPr lang="de-DE" dirty="0"/>
              <a:t>Edit </a:t>
            </a:r>
            <a:r>
              <a:rPr lang="de-DE" dirty="0" err="1"/>
              <a:t>subtitle</a:t>
            </a:r>
            <a:r>
              <a:rPr lang="de-DE" dirty="0"/>
              <a:t> like: </a:t>
            </a:r>
            <a:r>
              <a:rPr lang="de-DE" dirty="0" err="1"/>
              <a:t>What</a:t>
            </a:r>
            <a:r>
              <a:rPr lang="de-DE" dirty="0"/>
              <a:t> </a:t>
            </a:r>
            <a:r>
              <a:rPr lang="de-DE" dirty="0" err="1"/>
              <a:t>it‘s</a:t>
            </a:r>
            <a:r>
              <a:rPr lang="de-DE" dirty="0"/>
              <a:t> all </a:t>
            </a:r>
            <a:r>
              <a:rPr lang="de-DE" dirty="0" err="1"/>
              <a:t>about</a:t>
            </a:r>
            <a:r>
              <a:rPr lang="de-DE" dirty="0"/>
              <a:t>?</a:t>
            </a:r>
          </a:p>
        </p:txBody>
      </p:sp>
      <p:sp>
        <p:nvSpPr>
          <p:cNvPr id="9" name="Textplatzhalter 8">
            <a:extLst>
              <a:ext uri="{FF2B5EF4-FFF2-40B4-BE49-F238E27FC236}">
                <a16:creationId xmlns:a16="http://schemas.microsoft.com/office/drawing/2014/main" id="{DEFDD4CC-3859-422A-A9E7-36D35BA0766C}"/>
              </a:ext>
            </a:extLst>
          </p:cNvPr>
          <p:cNvSpPr>
            <a:spLocks noGrp="1"/>
          </p:cNvSpPr>
          <p:nvPr>
            <p:ph type="body" sz="quarter" idx="13" hasCustomPrompt="1"/>
          </p:nvPr>
        </p:nvSpPr>
        <p:spPr>
          <a:xfrm>
            <a:off x="425450" y="6121400"/>
            <a:ext cx="11341100" cy="736600"/>
          </a:xfrm>
        </p:spPr>
        <p:txBody>
          <a:bodyPr/>
          <a:lstStyle>
            <a:lvl1pPr marL="0" marR="0" indent="0" algn="ctr" defTabSz="914400" rtl="0" eaLnBrk="1" fontAlgn="auto" latinLnBrk="0" hangingPunct="1">
              <a:lnSpc>
                <a:spcPct val="120000"/>
              </a:lnSpc>
              <a:spcBef>
                <a:spcPts val="0"/>
              </a:spcBef>
              <a:spcAft>
                <a:spcPts val="0"/>
              </a:spcAft>
              <a:buClrTx/>
              <a:buSzTx/>
              <a:buFontTx/>
              <a:buNone/>
              <a:tabLst/>
              <a:defRPr sz="1600" b="0" i="0"/>
            </a:lvl1pPr>
            <a:lvl2pPr marL="288000" indent="0" algn="ctr">
              <a:buFontTx/>
              <a:buNone/>
              <a:defRPr sz="1600"/>
            </a:lvl2pPr>
            <a:lvl3pPr marL="522000" indent="0" algn="ctr">
              <a:buFontTx/>
              <a:buNone/>
              <a:defRPr sz="1600"/>
            </a:lvl3pPr>
            <a:lvl4pPr marL="756000" indent="0" algn="ctr">
              <a:buFontTx/>
              <a:buNone/>
              <a:defRPr sz="1600"/>
            </a:lvl4pPr>
            <a:lvl5pPr marL="990000" indent="0" algn="ctr">
              <a:buFontTx/>
              <a:buNone/>
              <a:defRPr sz="1600"/>
            </a:lvl5pPr>
          </a:lstStyle>
          <a:p>
            <a:pPr algn="ctr">
              <a:lnSpc>
                <a:spcPct val="120000"/>
              </a:lnSpc>
            </a:pPr>
            <a:r>
              <a:rPr lang="de-DE" sz="1600" b="1" i="1" dirty="0">
                <a:solidFill>
                  <a:srgbClr val="373737"/>
                </a:solidFill>
                <a:latin typeface="+mn-lt"/>
              </a:rPr>
              <a:t>Edit title and </a:t>
            </a:r>
            <a:r>
              <a:rPr lang="de-DE" sz="1600" b="1" i="1" dirty="0" err="1">
                <a:solidFill>
                  <a:srgbClr val="373737"/>
                </a:solidFill>
                <a:latin typeface="+mn-lt"/>
              </a:rPr>
              <a:t>name</a:t>
            </a:r>
            <a:r>
              <a:rPr lang="de-DE" sz="1600" b="1" i="1" dirty="0">
                <a:solidFill>
                  <a:srgbClr val="373737"/>
                </a:solidFill>
                <a:latin typeface="+mn-lt"/>
              </a:rPr>
              <a:t> </a:t>
            </a:r>
            <a:r>
              <a:rPr lang="de-DE" sz="1600" b="1" i="1" dirty="0" err="1">
                <a:solidFill>
                  <a:srgbClr val="373737"/>
                </a:solidFill>
                <a:latin typeface="+mn-lt"/>
              </a:rPr>
              <a:t>of</a:t>
            </a:r>
            <a:r>
              <a:rPr lang="de-DE" sz="1600" b="1" i="1" dirty="0">
                <a:solidFill>
                  <a:srgbClr val="373737"/>
                </a:solidFill>
                <a:latin typeface="+mn-lt"/>
              </a:rPr>
              <a:t> </a:t>
            </a:r>
            <a:r>
              <a:rPr lang="de-DE" sz="1600" b="1" i="1" dirty="0" err="1">
                <a:solidFill>
                  <a:srgbClr val="373737"/>
                </a:solidFill>
                <a:latin typeface="+mn-lt"/>
              </a:rPr>
              <a:t>speaker</a:t>
            </a:r>
            <a:r>
              <a:rPr lang="de-DE" sz="1600" b="1" i="1" dirty="0">
                <a:solidFill>
                  <a:srgbClr val="373737"/>
                </a:solidFill>
                <a:latin typeface="+mn-lt"/>
              </a:rPr>
              <a:t> </a:t>
            </a:r>
            <a:r>
              <a:rPr lang="de-DE" sz="1600" i="1" dirty="0">
                <a:solidFill>
                  <a:srgbClr val="373737"/>
                </a:solidFill>
                <a:latin typeface="+mn-lt"/>
              </a:rPr>
              <a:t>– </a:t>
            </a:r>
            <a:r>
              <a:rPr lang="de-DE" sz="1600" i="1" dirty="0" err="1">
                <a:solidFill>
                  <a:srgbClr val="373737"/>
                </a:solidFill>
                <a:latin typeface="+mn-lt"/>
              </a:rPr>
              <a:t>edit</a:t>
            </a:r>
            <a:r>
              <a:rPr lang="de-DE" sz="1600" i="1" dirty="0">
                <a:solidFill>
                  <a:srgbClr val="373737"/>
                </a:solidFill>
                <a:latin typeface="+mn-lt"/>
              </a:rPr>
              <a:t> </a:t>
            </a:r>
            <a:r>
              <a:rPr lang="de-DE" sz="1600" i="1" dirty="0" err="1">
                <a:solidFill>
                  <a:srgbClr val="373737"/>
                </a:solidFill>
                <a:latin typeface="+mn-lt"/>
              </a:rPr>
              <a:t>role</a:t>
            </a:r>
            <a:r>
              <a:rPr lang="de-DE" sz="1600" i="1" dirty="0">
                <a:solidFill>
                  <a:srgbClr val="373737"/>
                </a:solidFill>
                <a:latin typeface="+mn-lt"/>
              </a:rPr>
              <a:t> in LIR</a:t>
            </a:r>
          </a:p>
          <a:p>
            <a:pPr marL="0" marR="0" lvl="0" indent="0" algn="ctr" defTabSz="914400" rtl="0" eaLnBrk="1" fontAlgn="auto" latinLnBrk="0" hangingPunct="1">
              <a:lnSpc>
                <a:spcPct val="120000"/>
              </a:lnSpc>
              <a:spcBef>
                <a:spcPts val="0"/>
              </a:spcBef>
              <a:spcAft>
                <a:spcPts val="0"/>
              </a:spcAft>
              <a:buClrTx/>
              <a:buSzTx/>
              <a:buFontTx/>
              <a:buNone/>
              <a:tabLst/>
              <a:defRPr/>
            </a:pPr>
            <a:r>
              <a:rPr lang="de-DE" sz="1600" b="1" i="1" dirty="0">
                <a:solidFill>
                  <a:srgbClr val="373737"/>
                </a:solidFill>
                <a:latin typeface="+mn-lt"/>
              </a:rPr>
              <a:t>Edit title and </a:t>
            </a:r>
            <a:r>
              <a:rPr lang="de-DE" sz="1600" b="1" i="1" dirty="0" err="1">
                <a:solidFill>
                  <a:srgbClr val="373737"/>
                </a:solidFill>
                <a:latin typeface="+mn-lt"/>
              </a:rPr>
              <a:t>name</a:t>
            </a:r>
            <a:r>
              <a:rPr lang="de-DE" sz="1600" b="1" i="1" dirty="0">
                <a:solidFill>
                  <a:srgbClr val="373737"/>
                </a:solidFill>
                <a:latin typeface="+mn-lt"/>
              </a:rPr>
              <a:t> </a:t>
            </a:r>
            <a:r>
              <a:rPr lang="de-DE" sz="1600" b="1" i="1" dirty="0" err="1">
                <a:solidFill>
                  <a:srgbClr val="373737"/>
                </a:solidFill>
                <a:latin typeface="+mn-lt"/>
              </a:rPr>
              <a:t>of</a:t>
            </a:r>
            <a:r>
              <a:rPr lang="de-DE" sz="1600" b="1" i="1" dirty="0">
                <a:solidFill>
                  <a:srgbClr val="373737"/>
                </a:solidFill>
                <a:latin typeface="+mn-lt"/>
              </a:rPr>
              <a:t> </a:t>
            </a:r>
            <a:r>
              <a:rPr lang="de-DE" sz="1600" b="1" i="1" dirty="0" err="1">
                <a:solidFill>
                  <a:srgbClr val="373737"/>
                </a:solidFill>
                <a:latin typeface="+mn-lt"/>
              </a:rPr>
              <a:t>speaker</a:t>
            </a:r>
            <a:r>
              <a:rPr lang="de-DE" sz="1600" b="1" i="1" dirty="0">
                <a:solidFill>
                  <a:srgbClr val="373737"/>
                </a:solidFill>
                <a:latin typeface="+mn-lt"/>
              </a:rPr>
              <a:t> </a:t>
            </a:r>
            <a:r>
              <a:rPr lang="de-DE" sz="1600" i="1" kern="1200" dirty="0">
                <a:solidFill>
                  <a:srgbClr val="373737"/>
                </a:solidFill>
                <a:latin typeface="Calibri" panose="020F0502020204030204" pitchFamily="34" charset="0"/>
                <a:ea typeface="+mn-ea"/>
                <a:cs typeface="Calibri" panose="020F0502020204030204" pitchFamily="34" charset="0"/>
              </a:rPr>
              <a:t>– </a:t>
            </a:r>
            <a:r>
              <a:rPr lang="de-DE" sz="1600" i="1" kern="1200" dirty="0" err="1">
                <a:solidFill>
                  <a:srgbClr val="373737"/>
                </a:solidFill>
                <a:latin typeface="Calibri" panose="020F0502020204030204" pitchFamily="34" charset="0"/>
                <a:ea typeface="+mn-ea"/>
                <a:cs typeface="Calibri" panose="020F0502020204030204" pitchFamily="34" charset="0"/>
              </a:rPr>
              <a:t>edit</a:t>
            </a:r>
            <a:r>
              <a:rPr lang="de-DE" sz="1600" i="1" kern="1200" dirty="0">
                <a:solidFill>
                  <a:srgbClr val="373737"/>
                </a:solidFill>
                <a:latin typeface="Calibri" panose="020F0502020204030204" pitchFamily="34" charset="0"/>
                <a:ea typeface="+mn-ea"/>
                <a:cs typeface="Calibri" panose="020F0502020204030204" pitchFamily="34" charset="0"/>
              </a:rPr>
              <a:t> </a:t>
            </a:r>
            <a:r>
              <a:rPr lang="de-DE" sz="1600" i="1" kern="1200" dirty="0" err="1">
                <a:solidFill>
                  <a:srgbClr val="373737"/>
                </a:solidFill>
                <a:latin typeface="Calibri" panose="020F0502020204030204" pitchFamily="34" charset="0"/>
                <a:ea typeface="+mn-ea"/>
                <a:cs typeface="Calibri" panose="020F0502020204030204" pitchFamily="34" charset="0"/>
              </a:rPr>
              <a:t>role</a:t>
            </a:r>
            <a:r>
              <a:rPr lang="de-DE" sz="1600" i="1" kern="1200" dirty="0">
                <a:solidFill>
                  <a:srgbClr val="373737"/>
                </a:solidFill>
                <a:latin typeface="Calibri" panose="020F0502020204030204" pitchFamily="34" charset="0"/>
                <a:ea typeface="+mn-ea"/>
                <a:cs typeface="Calibri" panose="020F0502020204030204" pitchFamily="34" charset="0"/>
              </a:rPr>
              <a:t> in LIR</a:t>
            </a:r>
          </a:p>
        </p:txBody>
      </p:sp>
    </p:spTree>
    <p:extLst>
      <p:ext uri="{BB962C8B-B14F-4D97-AF65-F5344CB8AC3E}">
        <p14:creationId xmlns:p14="http://schemas.microsoft.com/office/powerpoint/2010/main" val="231949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one colum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F79CBE-6975-4B1B-B9B5-A093C477FC2E}"/>
              </a:ext>
            </a:extLst>
          </p:cNvPr>
          <p:cNvSpPr>
            <a:spLocks noGrp="1"/>
          </p:cNvSpPr>
          <p:nvPr>
            <p:ph type="title" hasCustomPrompt="1"/>
          </p:nvPr>
        </p:nvSpPr>
        <p:spPr/>
        <p:txBody>
          <a:bodyPr/>
          <a:lstStyle/>
          <a:p>
            <a:r>
              <a:rPr lang="de-DE" dirty="0"/>
              <a:t>Edit title</a:t>
            </a:r>
          </a:p>
        </p:txBody>
      </p:sp>
      <p:sp>
        <p:nvSpPr>
          <p:cNvPr id="3" name="Foliennummernplatzhalter 2">
            <a:extLst>
              <a:ext uri="{FF2B5EF4-FFF2-40B4-BE49-F238E27FC236}">
                <a16:creationId xmlns:a16="http://schemas.microsoft.com/office/drawing/2014/main" id="{4CD1D627-0E62-4765-9133-DA2D008CF6FF}"/>
              </a:ext>
            </a:extLst>
          </p:cNvPr>
          <p:cNvSpPr>
            <a:spLocks noGrp="1"/>
          </p:cNvSpPr>
          <p:nvPr>
            <p:ph type="sldNum" sz="quarter" idx="10"/>
          </p:nvPr>
        </p:nvSpPr>
        <p:spPr/>
        <p:txBody>
          <a:bodyPr/>
          <a:lstStyle/>
          <a:p>
            <a:fld id="{12C0C2B6-3FCF-4640-B7EB-1DA60A1C0F32}" type="slidenum">
              <a:rPr lang="en-US" smtClean="0"/>
              <a:t>‹#›</a:t>
            </a:fld>
            <a:endParaRPr lang="en-US"/>
          </a:p>
        </p:txBody>
      </p:sp>
      <p:sp>
        <p:nvSpPr>
          <p:cNvPr id="10" name="Textplatzhalter 9">
            <a:extLst>
              <a:ext uri="{FF2B5EF4-FFF2-40B4-BE49-F238E27FC236}">
                <a16:creationId xmlns:a16="http://schemas.microsoft.com/office/drawing/2014/main" id="{29A5E4FD-6A93-498C-A987-042A73A6A1C3}"/>
              </a:ext>
            </a:extLst>
          </p:cNvPr>
          <p:cNvSpPr>
            <a:spLocks noGrp="1"/>
          </p:cNvSpPr>
          <p:nvPr>
            <p:ph type="body" sz="quarter" idx="11" hasCustomPrompt="1"/>
          </p:nvPr>
        </p:nvSpPr>
        <p:spPr>
          <a:xfrm>
            <a:off x="431800" y="1258128"/>
            <a:ext cx="11322050" cy="500063"/>
          </a:xfrm>
        </p:spPr>
        <p:txBody>
          <a:bodyPr/>
          <a:lstStyle>
            <a:lvl1pPr marL="0" indent="0" algn="ctr">
              <a:buNone/>
              <a:defRPr sz="3000"/>
            </a:lvl1pPr>
          </a:lstStyle>
          <a:p>
            <a:pPr lvl="0"/>
            <a:r>
              <a:rPr lang="de-DE" dirty="0"/>
              <a:t>Edit </a:t>
            </a:r>
            <a:r>
              <a:rPr lang="de-DE" dirty="0" err="1"/>
              <a:t>head</a:t>
            </a:r>
            <a:endParaRPr lang="de-DE" dirty="0"/>
          </a:p>
        </p:txBody>
      </p:sp>
      <p:sp>
        <p:nvSpPr>
          <p:cNvPr id="11" name="Inhaltsplatzhalter 2">
            <a:extLst>
              <a:ext uri="{FF2B5EF4-FFF2-40B4-BE49-F238E27FC236}">
                <a16:creationId xmlns:a16="http://schemas.microsoft.com/office/drawing/2014/main" id="{69A133F4-B608-49EC-943F-613E9F7D5348}"/>
              </a:ext>
            </a:extLst>
          </p:cNvPr>
          <p:cNvSpPr>
            <a:spLocks noGrp="1"/>
          </p:cNvSpPr>
          <p:nvPr>
            <p:ph idx="12" hasCustomPrompt="1"/>
          </p:nvPr>
        </p:nvSpPr>
        <p:spPr>
          <a:xfrm>
            <a:off x="431800" y="2156873"/>
            <a:ext cx="11322050" cy="3977227"/>
          </a:xfrm>
        </p:spPr>
        <p:txBody>
          <a:bodyPr>
            <a:normAutofit/>
          </a:bodyPr>
          <a:lstStyle>
            <a:lvl1pPr>
              <a:defRPr sz="2400"/>
            </a:lvl1pPr>
            <a:lvl2pPr>
              <a:defRPr sz="2200"/>
            </a:lvl2pPr>
            <a:lvl3pPr>
              <a:defRPr sz="2000"/>
            </a:lvl3pPr>
          </a:lstStyle>
          <a:p>
            <a:pPr lvl="0"/>
            <a:r>
              <a:rPr lang="de-DE" dirty="0"/>
              <a:t>Edit </a:t>
            </a:r>
            <a:r>
              <a:rPr lang="de-DE" dirty="0" err="1"/>
              <a:t>bullet</a:t>
            </a:r>
            <a:r>
              <a:rPr lang="de-DE" dirty="0"/>
              <a:t> </a:t>
            </a:r>
            <a:r>
              <a:rPr lang="de-DE" dirty="0" err="1"/>
              <a:t>points</a:t>
            </a:r>
            <a:r>
              <a:rPr lang="de-DE" dirty="0"/>
              <a:t> </a:t>
            </a:r>
            <a:r>
              <a:rPr lang="de-DE" dirty="0" err="1"/>
              <a:t>first</a:t>
            </a:r>
            <a:r>
              <a:rPr lang="de-DE" dirty="0"/>
              <a:t> </a:t>
            </a:r>
            <a:r>
              <a:rPr lang="de-DE" dirty="0" err="1"/>
              <a:t>level</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Tree>
    <p:extLst>
      <p:ext uri="{BB962C8B-B14F-4D97-AF65-F5344CB8AC3E}">
        <p14:creationId xmlns:p14="http://schemas.microsoft.com/office/powerpoint/2010/main" val="2889588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F79CBE-6975-4B1B-B9B5-A093C477FC2E}"/>
              </a:ext>
            </a:extLst>
          </p:cNvPr>
          <p:cNvSpPr>
            <a:spLocks noGrp="1"/>
          </p:cNvSpPr>
          <p:nvPr>
            <p:ph type="title" hasCustomPrompt="1"/>
          </p:nvPr>
        </p:nvSpPr>
        <p:spPr/>
        <p:txBody>
          <a:bodyPr/>
          <a:lstStyle/>
          <a:p>
            <a:r>
              <a:rPr lang="de-DE" dirty="0"/>
              <a:t>Edit title</a:t>
            </a:r>
          </a:p>
        </p:txBody>
      </p:sp>
      <p:sp>
        <p:nvSpPr>
          <p:cNvPr id="3" name="Foliennummernplatzhalter 2">
            <a:extLst>
              <a:ext uri="{FF2B5EF4-FFF2-40B4-BE49-F238E27FC236}">
                <a16:creationId xmlns:a16="http://schemas.microsoft.com/office/drawing/2014/main" id="{4CD1D627-0E62-4765-9133-DA2D008CF6FF}"/>
              </a:ext>
            </a:extLst>
          </p:cNvPr>
          <p:cNvSpPr>
            <a:spLocks noGrp="1"/>
          </p:cNvSpPr>
          <p:nvPr>
            <p:ph type="sldNum" sz="quarter" idx="10"/>
          </p:nvPr>
        </p:nvSpPr>
        <p:spPr/>
        <p:txBody>
          <a:bodyPr/>
          <a:lstStyle/>
          <a:p>
            <a:fld id="{12C0C2B6-3FCF-4640-B7EB-1DA60A1C0F32}" type="slidenum">
              <a:rPr lang="en-US" smtClean="0"/>
              <a:t>‹#›</a:t>
            </a:fld>
            <a:endParaRPr lang="en-US"/>
          </a:p>
        </p:txBody>
      </p:sp>
      <p:sp>
        <p:nvSpPr>
          <p:cNvPr id="4" name="Inhaltsplatzhalter 2">
            <a:extLst>
              <a:ext uri="{FF2B5EF4-FFF2-40B4-BE49-F238E27FC236}">
                <a16:creationId xmlns:a16="http://schemas.microsoft.com/office/drawing/2014/main" id="{53DC8C9C-46F4-4DFA-B651-3DCB331383E4}"/>
              </a:ext>
            </a:extLst>
          </p:cNvPr>
          <p:cNvSpPr>
            <a:spLocks noGrp="1"/>
          </p:cNvSpPr>
          <p:nvPr>
            <p:ph idx="1" hasCustomPrompt="1"/>
          </p:nvPr>
        </p:nvSpPr>
        <p:spPr>
          <a:xfrm>
            <a:off x="431109" y="2060286"/>
            <a:ext cx="5266429" cy="4080164"/>
          </a:xfrm>
        </p:spPr>
        <p:txBody>
          <a:bodyPr>
            <a:normAutofit/>
          </a:bodyPr>
          <a:lstStyle>
            <a:lvl1pPr>
              <a:defRPr sz="2000"/>
            </a:lvl1pPr>
            <a:lvl2pPr>
              <a:defRPr sz="1800"/>
            </a:lvl2pPr>
            <a:lvl3pPr>
              <a:defRPr sz="1600"/>
            </a:lvl3pPr>
            <a:lvl4pPr>
              <a:defRPr sz="1600"/>
            </a:lvl4pPr>
            <a:lvl5pPr>
              <a:defRPr sz="1600"/>
            </a:lvl5pPr>
          </a:lstStyle>
          <a:p>
            <a:pPr lvl="0"/>
            <a:r>
              <a:rPr lang="de-DE" dirty="0"/>
              <a:t>Edit </a:t>
            </a:r>
            <a:r>
              <a:rPr lang="de-DE" dirty="0" err="1"/>
              <a:t>bullet</a:t>
            </a:r>
            <a:r>
              <a:rPr lang="de-DE" dirty="0"/>
              <a:t> </a:t>
            </a:r>
            <a:r>
              <a:rPr lang="de-DE" dirty="0" err="1"/>
              <a:t>points</a:t>
            </a:r>
            <a:r>
              <a:rPr lang="de-DE" dirty="0"/>
              <a:t> </a:t>
            </a:r>
            <a:r>
              <a:rPr lang="de-DE" dirty="0" err="1"/>
              <a:t>first</a:t>
            </a:r>
            <a:r>
              <a:rPr lang="de-DE" dirty="0"/>
              <a:t> Level</a:t>
            </a:r>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6" name="Inhaltsplatzhalter 2">
            <a:extLst>
              <a:ext uri="{FF2B5EF4-FFF2-40B4-BE49-F238E27FC236}">
                <a16:creationId xmlns:a16="http://schemas.microsoft.com/office/drawing/2014/main" id="{22460ADB-49D1-4E26-8D47-AA571351B4FD}"/>
              </a:ext>
            </a:extLst>
          </p:cNvPr>
          <p:cNvSpPr>
            <a:spLocks noGrp="1"/>
          </p:cNvSpPr>
          <p:nvPr>
            <p:ph idx="13" hasCustomPrompt="1"/>
          </p:nvPr>
        </p:nvSpPr>
        <p:spPr>
          <a:xfrm>
            <a:off x="6494464" y="2060286"/>
            <a:ext cx="5265736" cy="4080164"/>
          </a:xfrm>
        </p:spPr>
        <p:txBody>
          <a:bodyPr>
            <a:normAutofit/>
          </a:bodyPr>
          <a:lstStyle>
            <a:lvl1pPr>
              <a:defRPr sz="2000"/>
            </a:lvl1pPr>
            <a:lvl2pPr>
              <a:defRPr sz="1800"/>
            </a:lvl2pPr>
            <a:lvl3pPr>
              <a:defRPr sz="1600"/>
            </a:lvl3pPr>
            <a:lvl4pPr>
              <a:defRPr sz="1600"/>
            </a:lvl4pPr>
            <a:lvl5pPr>
              <a:defRPr sz="1600"/>
            </a:lvl5pPr>
          </a:lstStyle>
          <a:p>
            <a:pPr lvl="0"/>
            <a:r>
              <a:rPr lang="de-DE" dirty="0"/>
              <a:t>Edit </a:t>
            </a:r>
            <a:r>
              <a:rPr lang="de-DE" dirty="0" err="1"/>
              <a:t>bullet</a:t>
            </a:r>
            <a:r>
              <a:rPr lang="de-DE" dirty="0"/>
              <a:t> </a:t>
            </a:r>
            <a:r>
              <a:rPr lang="de-DE" dirty="0" err="1"/>
              <a:t>points</a:t>
            </a:r>
            <a:r>
              <a:rPr lang="de-DE" dirty="0"/>
              <a:t> </a:t>
            </a:r>
            <a:r>
              <a:rPr lang="de-DE" dirty="0" err="1"/>
              <a:t>first</a:t>
            </a:r>
            <a:r>
              <a:rPr lang="de-DE" dirty="0"/>
              <a:t> Level</a:t>
            </a:r>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a:p>
            <a:pPr lvl="4"/>
            <a:endParaRPr lang="de-DE" dirty="0"/>
          </a:p>
        </p:txBody>
      </p:sp>
      <p:sp>
        <p:nvSpPr>
          <p:cNvPr id="7" name="Textplatzhalter 7">
            <a:extLst>
              <a:ext uri="{FF2B5EF4-FFF2-40B4-BE49-F238E27FC236}">
                <a16:creationId xmlns:a16="http://schemas.microsoft.com/office/drawing/2014/main" id="{39B45CA7-F613-4FB8-B614-D5CE4A266191}"/>
              </a:ext>
            </a:extLst>
          </p:cNvPr>
          <p:cNvSpPr>
            <a:spLocks noGrp="1"/>
          </p:cNvSpPr>
          <p:nvPr>
            <p:ph type="body" sz="quarter" idx="14" hasCustomPrompt="1"/>
          </p:nvPr>
        </p:nvSpPr>
        <p:spPr>
          <a:xfrm>
            <a:off x="431800" y="1470050"/>
            <a:ext cx="5265738" cy="415925"/>
          </a:xfrm>
        </p:spPr>
        <p:txBody>
          <a:bodyPr>
            <a:noAutofit/>
          </a:bodyPr>
          <a:lstStyle>
            <a:lvl1pPr marL="0" indent="0">
              <a:buFontTx/>
              <a:buNone/>
              <a:defRPr sz="2000" b="1">
                <a:latin typeface="+mn-lt"/>
              </a:defRPr>
            </a:lvl1pPr>
          </a:lstStyle>
          <a:p>
            <a:pPr lvl="0"/>
            <a:r>
              <a:rPr lang="de-DE" dirty="0"/>
              <a:t>Title </a:t>
            </a:r>
            <a:r>
              <a:rPr lang="de-DE" dirty="0" err="1"/>
              <a:t>column</a:t>
            </a:r>
            <a:r>
              <a:rPr lang="de-DE" dirty="0"/>
              <a:t> 01</a:t>
            </a:r>
          </a:p>
        </p:txBody>
      </p:sp>
      <p:sp>
        <p:nvSpPr>
          <p:cNvPr id="8" name="Textplatzhalter 7">
            <a:extLst>
              <a:ext uri="{FF2B5EF4-FFF2-40B4-BE49-F238E27FC236}">
                <a16:creationId xmlns:a16="http://schemas.microsoft.com/office/drawing/2014/main" id="{941B39C1-6F59-4781-B0BF-3D8794AFE0E6}"/>
              </a:ext>
            </a:extLst>
          </p:cNvPr>
          <p:cNvSpPr>
            <a:spLocks noGrp="1"/>
          </p:cNvSpPr>
          <p:nvPr>
            <p:ph type="body" sz="quarter" idx="15" hasCustomPrompt="1"/>
          </p:nvPr>
        </p:nvSpPr>
        <p:spPr>
          <a:xfrm>
            <a:off x="6494464" y="1470050"/>
            <a:ext cx="5265736" cy="415925"/>
          </a:xfrm>
        </p:spPr>
        <p:txBody>
          <a:bodyPr>
            <a:noAutofit/>
          </a:bodyPr>
          <a:lstStyle>
            <a:lvl1pPr marL="0" indent="0">
              <a:buFontTx/>
              <a:buNone/>
              <a:defRPr sz="2000" b="1">
                <a:latin typeface="Calibri" panose="020F0502020204030204" pitchFamily="34" charset="0"/>
                <a:cs typeface="Calibri" panose="020F0502020204030204" pitchFamily="34" charset="0"/>
              </a:defRPr>
            </a:lvl1pPr>
          </a:lstStyle>
          <a:p>
            <a:pPr lvl="0"/>
            <a:r>
              <a:rPr lang="de-DE" dirty="0"/>
              <a:t>Title </a:t>
            </a:r>
            <a:r>
              <a:rPr lang="de-DE" dirty="0" err="1"/>
              <a:t>column</a:t>
            </a:r>
            <a:r>
              <a:rPr lang="de-DE" dirty="0"/>
              <a:t> 02</a:t>
            </a:r>
          </a:p>
        </p:txBody>
      </p:sp>
    </p:spTree>
    <p:extLst>
      <p:ext uri="{BB962C8B-B14F-4D97-AF65-F5344CB8AC3E}">
        <p14:creationId xmlns:p14="http://schemas.microsoft.com/office/powerpoint/2010/main" val="2497851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amp; image (two columns) (image left-right aligned, top-bottom-cutte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719F13-9333-4EC7-9F4A-C54CF59CEAF2}"/>
              </a:ext>
            </a:extLst>
          </p:cNvPr>
          <p:cNvSpPr>
            <a:spLocks noGrp="1"/>
          </p:cNvSpPr>
          <p:nvPr>
            <p:ph type="title" hasCustomPrompt="1"/>
          </p:nvPr>
        </p:nvSpPr>
        <p:spPr/>
        <p:txBody>
          <a:bodyPr/>
          <a:lstStyle/>
          <a:p>
            <a:r>
              <a:rPr lang="de-DE" dirty="0"/>
              <a:t>Edit title</a:t>
            </a:r>
          </a:p>
        </p:txBody>
      </p:sp>
      <p:sp>
        <p:nvSpPr>
          <p:cNvPr id="3" name="Foliennummernplatzhalter 2">
            <a:extLst>
              <a:ext uri="{FF2B5EF4-FFF2-40B4-BE49-F238E27FC236}">
                <a16:creationId xmlns:a16="http://schemas.microsoft.com/office/drawing/2014/main" id="{54CB20AC-9034-4B9F-8C6E-5523114B0970}"/>
              </a:ext>
            </a:extLst>
          </p:cNvPr>
          <p:cNvSpPr>
            <a:spLocks noGrp="1"/>
          </p:cNvSpPr>
          <p:nvPr>
            <p:ph type="sldNum" sz="quarter" idx="10"/>
          </p:nvPr>
        </p:nvSpPr>
        <p:spPr/>
        <p:txBody>
          <a:bodyPr/>
          <a:lstStyle/>
          <a:p>
            <a:fld id="{12C0C2B6-3FCF-4640-B7EB-1DA60A1C0F32}" type="slidenum">
              <a:rPr lang="en-US" smtClean="0"/>
              <a:t>‹#›</a:t>
            </a:fld>
            <a:endParaRPr lang="en-US"/>
          </a:p>
        </p:txBody>
      </p:sp>
      <p:sp>
        <p:nvSpPr>
          <p:cNvPr id="4" name="Bildplatzhalter 2">
            <a:extLst>
              <a:ext uri="{FF2B5EF4-FFF2-40B4-BE49-F238E27FC236}">
                <a16:creationId xmlns:a16="http://schemas.microsoft.com/office/drawing/2014/main" id="{3214F386-D5C2-45EB-9C0E-6447D5AF4E67}"/>
              </a:ext>
            </a:extLst>
          </p:cNvPr>
          <p:cNvSpPr>
            <a:spLocks noGrp="1"/>
          </p:cNvSpPr>
          <p:nvPr>
            <p:ph type="pic" idx="1" hasCustomPrompt="1"/>
          </p:nvPr>
        </p:nvSpPr>
        <p:spPr>
          <a:xfrm>
            <a:off x="6491399" y="2037195"/>
            <a:ext cx="5249749" cy="3794512"/>
          </a:xfrm>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Insert Image                                                    </a:t>
            </a:r>
          </a:p>
        </p:txBody>
      </p:sp>
      <p:sp>
        <p:nvSpPr>
          <p:cNvPr id="6" name="Textplatzhalter 10">
            <a:extLst>
              <a:ext uri="{FF2B5EF4-FFF2-40B4-BE49-F238E27FC236}">
                <a16:creationId xmlns:a16="http://schemas.microsoft.com/office/drawing/2014/main" id="{4D559B65-DE39-4A57-905E-7003BAA5CC0C}"/>
              </a:ext>
            </a:extLst>
          </p:cNvPr>
          <p:cNvSpPr>
            <a:spLocks noGrp="1"/>
          </p:cNvSpPr>
          <p:nvPr>
            <p:ph type="body" sz="quarter" idx="13" hasCustomPrompt="1"/>
          </p:nvPr>
        </p:nvSpPr>
        <p:spPr>
          <a:xfrm>
            <a:off x="450851" y="1877435"/>
            <a:ext cx="5163552" cy="4250315"/>
          </a:xfrm>
        </p:spPr>
        <p:txBody>
          <a:bodyPr>
            <a:noAutofit/>
          </a:bodyPr>
          <a:lstStyle>
            <a:lvl1pPr marL="0" indent="0">
              <a:lnSpc>
                <a:spcPct val="120000"/>
              </a:lnSpc>
              <a:spcBef>
                <a:spcPts val="0"/>
              </a:spcBef>
              <a:buNone/>
              <a:defRPr sz="1800"/>
            </a:lvl1pPr>
          </a:lstStyle>
          <a:p>
            <a:pPr lvl="0"/>
            <a:r>
              <a:rPr lang="de-DE" dirty="0"/>
              <a:t>Edit </a:t>
            </a:r>
            <a:r>
              <a:rPr lang="de-DE" dirty="0" err="1"/>
              <a:t>text</a:t>
            </a:r>
            <a:endParaRPr lang="de-DE" dirty="0"/>
          </a:p>
        </p:txBody>
      </p:sp>
      <p:sp>
        <p:nvSpPr>
          <p:cNvPr id="7" name="Textplatzhalter 7">
            <a:extLst>
              <a:ext uri="{FF2B5EF4-FFF2-40B4-BE49-F238E27FC236}">
                <a16:creationId xmlns:a16="http://schemas.microsoft.com/office/drawing/2014/main" id="{C3562A5C-8F29-47E1-8DD4-C0EF40E50C4C}"/>
              </a:ext>
            </a:extLst>
          </p:cNvPr>
          <p:cNvSpPr>
            <a:spLocks noGrp="1"/>
          </p:cNvSpPr>
          <p:nvPr>
            <p:ph type="body" sz="quarter" idx="14" hasCustomPrompt="1"/>
          </p:nvPr>
        </p:nvSpPr>
        <p:spPr>
          <a:xfrm>
            <a:off x="450851" y="1473835"/>
            <a:ext cx="5163552" cy="437043"/>
          </a:xfrm>
        </p:spPr>
        <p:txBody>
          <a:bodyPr wrap="square" lIns="90000">
            <a:spAutoFit/>
          </a:bodyPr>
          <a:lstStyle>
            <a:lvl1pPr marL="0" indent="0">
              <a:buFontTx/>
              <a:buNone/>
              <a:defRPr sz="2000" b="1">
                <a:latin typeface="+mn-lt"/>
              </a:defRPr>
            </a:lvl1pPr>
          </a:lstStyle>
          <a:p>
            <a:pPr lvl="0"/>
            <a:r>
              <a:rPr lang="de-DE" dirty="0"/>
              <a:t>Edit </a:t>
            </a:r>
            <a:r>
              <a:rPr lang="de-DE" dirty="0" err="1"/>
              <a:t>column</a:t>
            </a:r>
            <a:r>
              <a:rPr lang="de-DE" dirty="0"/>
              <a:t> title</a:t>
            </a:r>
          </a:p>
        </p:txBody>
      </p:sp>
      <p:sp>
        <p:nvSpPr>
          <p:cNvPr id="8" name="Textplatzhalter 7">
            <a:extLst>
              <a:ext uri="{FF2B5EF4-FFF2-40B4-BE49-F238E27FC236}">
                <a16:creationId xmlns:a16="http://schemas.microsoft.com/office/drawing/2014/main" id="{7DBC9515-ED81-42DD-89F7-74B2E4E355C8}"/>
              </a:ext>
            </a:extLst>
          </p:cNvPr>
          <p:cNvSpPr>
            <a:spLocks noGrp="1"/>
          </p:cNvSpPr>
          <p:nvPr>
            <p:ph type="body" sz="quarter" idx="15" hasCustomPrompt="1"/>
          </p:nvPr>
        </p:nvSpPr>
        <p:spPr>
          <a:xfrm>
            <a:off x="6495000" y="5831707"/>
            <a:ext cx="5246148" cy="296043"/>
          </a:xfrm>
        </p:spPr>
        <p:txBody>
          <a:bodyPr>
            <a:noAutofit/>
          </a:bodyPr>
          <a:lstStyle>
            <a:lvl1pPr marL="0" indent="0">
              <a:buFontTx/>
              <a:buNone/>
              <a:defRPr sz="1400" i="1">
                <a:latin typeface="+mn-lt"/>
              </a:defRPr>
            </a:lvl1pPr>
          </a:lstStyle>
          <a:p>
            <a:pPr lvl="0"/>
            <a:r>
              <a:rPr lang="de-DE" dirty="0"/>
              <a:t>Edit </a:t>
            </a:r>
            <a:r>
              <a:rPr lang="de-DE" dirty="0" err="1"/>
              <a:t>caption</a:t>
            </a:r>
            <a:endParaRPr lang="de-DE" dirty="0"/>
          </a:p>
        </p:txBody>
      </p:sp>
    </p:spTree>
    <p:extLst>
      <p:ext uri="{BB962C8B-B14F-4D97-AF65-F5344CB8AC3E}">
        <p14:creationId xmlns:p14="http://schemas.microsoft.com/office/powerpoint/2010/main" val="427283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allery (images left-right aligned, top-bottom-cutte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7E3354-7B1D-4915-B50E-325F973D8210}"/>
              </a:ext>
            </a:extLst>
          </p:cNvPr>
          <p:cNvSpPr>
            <a:spLocks noGrp="1"/>
          </p:cNvSpPr>
          <p:nvPr>
            <p:ph type="title" hasCustomPrompt="1"/>
          </p:nvPr>
        </p:nvSpPr>
        <p:spPr/>
        <p:txBody>
          <a:bodyPr/>
          <a:lstStyle/>
          <a:p>
            <a:r>
              <a:rPr lang="de-DE" dirty="0"/>
              <a:t>Edit title</a:t>
            </a:r>
          </a:p>
        </p:txBody>
      </p:sp>
      <p:sp>
        <p:nvSpPr>
          <p:cNvPr id="3" name="Foliennummernplatzhalter 2">
            <a:extLst>
              <a:ext uri="{FF2B5EF4-FFF2-40B4-BE49-F238E27FC236}">
                <a16:creationId xmlns:a16="http://schemas.microsoft.com/office/drawing/2014/main" id="{40F2A1AB-7941-4E17-8330-B9C1EE712E30}"/>
              </a:ext>
            </a:extLst>
          </p:cNvPr>
          <p:cNvSpPr>
            <a:spLocks noGrp="1"/>
          </p:cNvSpPr>
          <p:nvPr>
            <p:ph type="sldNum" sz="quarter" idx="10"/>
          </p:nvPr>
        </p:nvSpPr>
        <p:spPr/>
        <p:txBody>
          <a:bodyPr/>
          <a:lstStyle/>
          <a:p>
            <a:fld id="{12C0C2B6-3FCF-4640-B7EB-1DA60A1C0F32}" type="slidenum">
              <a:rPr lang="en-US" smtClean="0"/>
              <a:t>‹#›</a:t>
            </a:fld>
            <a:endParaRPr lang="en-US"/>
          </a:p>
        </p:txBody>
      </p:sp>
      <p:sp>
        <p:nvSpPr>
          <p:cNvPr id="4" name="Bildplatzhalter 2">
            <a:extLst>
              <a:ext uri="{FF2B5EF4-FFF2-40B4-BE49-F238E27FC236}">
                <a16:creationId xmlns:a16="http://schemas.microsoft.com/office/drawing/2014/main" id="{94C1850D-BCB4-490A-8327-5DC302B6A5EF}"/>
              </a:ext>
            </a:extLst>
          </p:cNvPr>
          <p:cNvSpPr>
            <a:spLocks noGrp="1"/>
          </p:cNvSpPr>
          <p:nvPr>
            <p:ph type="pic" idx="1" hasCustomPrompt="1"/>
          </p:nvPr>
        </p:nvSpPr>
        <p:spPr>
          <a:xfrm>
            <a:off x="401781" y="1470049"/>
            <a:ext cx="3538800" cy="194400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Insert Image</a:t>
            </a:r>
          </a:p>
        </p:txBody>
      </p:sp>
      <p:sp>
        <p:nvSpPr>
          <p:cNvPr id="6" name="Textplatzhalter 7">
            <a:extLst>
              <a:ext uri="{FF2B5EF4-FFF2-40B4-BE49-F238E27FC236}">
                <a16:creationId xmlns:a16="http://schemas.microsoft.com/office/drawing/2014/main" id="{5E5F2EAB-65C1-4E18-93A6-56DA84C18E7F}"/>
              </a:ext>
            </a:extLst>
          </p:cNvPr>
          <p:cNvSpPr>
            <a:spLocks noGrp="1"/>
          </p:cNvSpPr>
          <p:nvPr>
            <p:ph type="body" sz="quarter" idx="15" hasCustomPrompt="1"/>
          </p:nvPr>
        </p:nvSpPr>
        <p:spPr>
          <a:xfrm>
            <a:off x="401780" y="3430263"/>
            <a:ext cx="3538800" cy="252713"/>
          </a:xfrm>
        </p:spPr>
        <p:txBody>
          <a:bodyPr>
            <a:noAutofit/>
          </a:bodyPr>
          <a:lstStyle>
            <a:lvl1pPr marL="0" indent="0">
              <a:buFontTx/>
              <a:buNone/>
              <a:defRPr sz="1400" i="1">
                <a:latin typeface="+mn-lt"/>
              </a:defRPr>
            </a:lvl1pPr>
          </a:lstStyle>
          <a:p>
            <a:pPr lvl="0"/>
            <a:r>
              <a:rPr lang="de-DE" dirty="0"/>
              <a:t>Edit </a:t>
            </a:r>
            <a:r>
              <a:rPr lang="de-DE" dirty="0" err="1"/>
              <a:t>caption</a:t>
            </a:r>
            <a:endParaRPr lang="de-DE" dirty="0"/>
          </a:p>
        </p:txBody>
      </p:sp>
      <p:sp>
        <p:nvSpPr>
          <p:cNvPr id="7" name="Bildplatzhalter 2">
            <a:extLst>
              <a:ext uri="{FF2B5EF4-FFF2-40B4-BE49-F238E27FC236}">
                <a16:creationId xmlns:a16="http://schemas.microsoft.com/office/drawing/2014/main" id="{21763BD8-76DD-4870-ACF3-BB277069C89A}"/>
              </a:ext>
            </a:extLst>
          </p:cNvPr>
          <p:cNvSpPr>
            <a:spLocks noGrp="1"/>
          </p:cNvSpPr>
          <p:nvPr>
            <p:ph type="pic" idx="18" hasCustomPrompt="1"/>
          </p:nvPr>
        </p:nvSpPr>
        <p:spPr>
          <a:xfrm>
            <a:off x="401782" y="3913940"/>
            <a:ext cx="3538800" cy="194400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Insert Image</a:t>
            </a:r>
          </a:p>
        </p:txBody>
      </p:sp>
      <p:sp>
        <p:nvSpPr>
          <p:cNvPr id="8" name="Textplatzhalter 7">
            <a:extLst>
              <a:ext uri="{FF2B5EF4-FFF2-40B4-BE49-F238E27FC236}">
                <a16:creationId xmlns:a16="http://schemas.microsoft.com/office/drawing/2014/main" id="{F6AC39D4-5BB4-46C7-8883-198A3DECEC05}"/>
              </a:ext>
            </a:extLst>
          </p:cNvPr>
          <p:cNvSpPr>
            <a:spLocks noGrp="1"/>
          </p:cNvSpPr>
          <p:nvPr>
            <p:ph type="body" sz="quarter" idx="19" hasCustomPrompt="1"/>
          </p:nvPr>
        </p:nvSpPr>
        <p:spPr>
          <a:xfrm>
            <a:off x="401780" y="5868740"/>
            <a:ext cx="3538800" cy="252713"/>
          </a:xfrm>
        </p:spPr>
        <p:txBody>
          <a:bodyPr>
            <a:noAutofit/>
          </a:bodyPr>
          <a:lstStyle>
            <a:lvl1pPr marL="0" indent="0">
              <a:buFontTx/>
              <a:buNone/>
              <a:defRPr lang="de-DE" sz="1400" i="1" kern="1200" dirty="0">
                <a:solidFill>
                  <a:srgbClr val="373737"/>
                </a:solidFill>
                <a:latin typeface="+mn-lt"/>
                <a:ea typeface="+mn-ea"/>
                <a:cs typeface="+mn-cs"/>
              </a:defRPr>
            </a:lvl1pPr>
          </a:lstStyle>
          <a:p>
            <a:pPr lvl="0"/>
            <a:r>
              <a:rPr lang="de-DE" dirty="0"/>
              <a:t>Edit </a:t>
            </a:r>
            <a:r>
              <a:rPr lang="de-DE" dirty="0" err="1"/>
              <a:t>caption</a:t>
            </a:r>
            <a:endParaRPr lang="de-DE" dirty="0"/>
          </a:p>
        </p:txBody>
      </p:sp>
      <p:sp>
        <p:nvSpPr>
          <p:cNvPr id="9" name="Bildplatzhalter 2">
            <a:extLst>
              <a:ext uri="{FF2B5EF4-FFF2-40B4-BE49-F238E27FC236}">
                <a16:creationId xmlns:a16="http://schemas.microsoft.com/office/drawing/2014/main" id="{60BBAA9D-4EE6-4B87-9CD3-33029A66F8AC}"/>
              </a:ext>
            </a:extLst>
          </p:cNvPr>
          <p:cNvSpPr>
            <a:spLocks noGrp="1"/>
          </p:cNvSpPr>
          <p:nvPr>
            <p:ph type="pic" idx="20" hasCustomPrompt="1"/>
          </p:nvPr>
        </p:nvSpPr>
        <p:spPr>
          <a:xfrm>
            <a:off x="4302381" y="1470050"/>
            <a:ext cx="3538800" cy="194400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Insert Image</a:t>
            </a:r>
          </a:p>
        </p:txBody>
      </p:sp>
      <p:sp>
        <p:nvSpPr>
          <p:cNvPr id="10" name="Textplatzhalter 7">
            <a:extLst>
              <a:ext uri="{FF2B5EF4-FFF2-40B4-BE49-F238E27FC236}">
                <a16:creationId xmlns:a16="http://schemas.microsoft.com/office/drawing/2014/main" id="{8B0484A8-C380-4B2F-89CC-370707B39941}"/>
              </a:ext>
            </a:extLst>
          </p:cNvPr>
          <p:cNvSpPr>
            <a:spLocks noGrp="1"/>
          </p:cNvSpPr>
          <p:nvPr>
            <p:ph type="body" sz="quarter" idx="21" hasCustomPrompt="1"/>
          </p:nvPr>
        </p:nvSpPr>
        <p:spPr>
          <a:xfrm>
            <a:off x="4302380" y="3430264"/>
            <a:ext cx="3538800" cy="252713"/>
          </a:xfrm>
        </p:spPr>
        <p:txBody>
          <a:bodyPr>
            <a:noAutofit/>
          </a:bodyPr>
          <a:lstStyle>
            <a:lvl1pPr marL="0" indent="0">
              <a:buFontTx/>
              <a:buNone/>
              <a:defRPr lang="de-DE" sz="1400" i="1" kern="1200" dirty="0">
                <a:solidFill>
                  <a:srgbClr val="373737"/>
                </a:solidFill>
                <a:latin typeface="+mn-lt"/>
                <a:ea typeface="+mn-ea"/>
                <a:cs typeface="+mn-cs"/>
              </a:defRPr>
            </a:lvl1pPr>
          </a:lstStyle>
          <a:p>
            <a:pPr lvl="0"/>
            <a:r>
              <a:rPr lang="de-DE" dirty="0"/>
              <a:t>Edit </a:t>
            </a:r>
            <a:r>
              <a:rPr lang="de-DE" dirty="0" err="1"/>
              <a:t>caption</a:t>
            </a:r>
            <a:endParaRPr lang="de-DE" dirty="0"/>
          </a:p>
        </p:txBody>
      </p:sp>
      <p:sp>
        <p:nvSpPr>
          <p:cNvPr id="11" name="Bildplatzhalter 2">
            <a:extLst>
              <a:ext uri="{FF2B5EF4-FFF2-40B4-BE49-F238E27FC236}">
                <a16:creationId xmlns:a16="http://schemas.microsoft.com/office/drawing/2014/main" id="{7887FD09-5D4D-4776-8919-138DFD4B61EE}"/>
              </a:ext>
            </a:extLst>
          </p:cNvPr>
          <p:cNvSpPr>
            <a:spLocks noGrp="1"/>
          </p:cNvSpPr>
          <p:nvPr>
            <p:ph type="pic" idx="22" hasCustomPrompt="1"/>
          </p:nvPr>
        </p:nvSpPr>
        <p:spPr>
          <a:xfrm>
            <a:off x="4302381" y="3913941"/>
            <a:ext cx="3538800" cy="194400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Insert Image</a:t>
            </a:r>
          </a:p>
        </p:txBody>
      </p:sp>
      <p:sp>
        <p:nvSpPr>
          <p:cNvPr id="12" name="Textplatzhalter 7">
            <a:extLst>
              <a:ext uri="{FF2B5EF4-FFF2-40B4-BE49-F238E27FC236}">
                <a16:creationId xmlns:a16="http://schemas.microsoft.com/office/drawing/2014/main" id="{1C9A71DA-D03D-4E2C-8D1F-D937A0F98B45}"/>
              </a:ext>
            </a:extLst>
          </p:cNvPr>
          <p:cNvSpPr>
            <a:spLocks noGrp="1"/>
          </p:cNvSpPr>
          <p:nvPr>
            <p:ph type="body" sz="quarter" idx="23" hasCustomPrompt="1"/>
          </p:nvPr>
        </p:nvSpPr>
        <p:spPr>
          <a:xfrm>
            <a:off x="4302380" y="5868741"/>
            <a:ext cx="3538800" cy="252713"/>
          </a:xfrm>
        </p:spPr>
        <p:txBody>
          <a:bodyPr>
            <a:noAutofit/>
          </a:bodyPr>
          <a:lstStyle>
            <a:lvl1pPr marL="0" indent="0">
              <a:buFontTx/>
              <a:buNone/>
              <a:defRPr lang="de-DE" sz="1400" i="1" kern="1200" dirty="0">
                <a:solidFill>
                  <a:srgbClr val="373737"/>
                </a:solidFill>
                <a:latin typeface="+mn-lt"/>
                <a:ea typeface="+mn-ea"/>
                <a:cs typeface="+mn-cs"/>
              </a:defRPr>
            </a:lvl1pPr>
          </a:lstStyle>
          <a:p>
            <a:pPr lvl="0"/>
            <a:r>
              <a:rPr lang="de-DE" dirty="0"/>
              <a:t>Edit </a:t>
            </a:r>
            <a:r>
              <a:rPr lang="de-DE" dirty="0" err="1"/>
              <a:t>caption</a:t>
            </a:r>
            <a:endParaRPr lang="de-DE" dirty="0"/>
          </a:p>
        </p:txBody>
      </p:sp>
      <p:sp>
        <p:nvSpPr>
          <p:cNvPr id="13" name="Bildplatzhalter 2">
            <a:extLst>
              <a:ext uri="{FF2B5EF4-FFF2-40B4-BE49-F238E27FC236}">
                <a16:creationId xmlns:a16="http://schemas.microsoft.com/office/drawing/2014/main" id="{2821BBA0-6709-4C2B-909D-07D7349FD199}"/>
              </a:ext>
            </a:extLst>
          </p:cNvPr>
          <p:cNvSpPr>
            <a:spLocks noGrp="1"/>
          </p:cNvSpPr>
          <p:nvPr>
            <p:ph type="pic" idx="24" hasCustomPrompt="1"/>
          </p:nvPr>
        </p:nvSpPr>
        <p:spPr>
          <a:xfrm>
            <a:off x="8202981" y="1481813"/>
            <a:ext cx="3538800" cy="194400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Insert Image</a:t>
            </a:r>
          </a:p>
        </p:txBody>
      </p:sp>
      <p:sp>
        <p:nvSpPr>
          <p:cNvPr id="14" name="Textplatzhalter 7">
            <a:extLst>
              <a:ext uri="{FF2B5EF4-FFF2-40B4-BE49-F238E27FC236}">
                <a16:creationId xmlns:a16="http://schemas.microsoft.com/office/drawing/2014/main" id="{03307686-0187-452C-B010-D96B31525533}"/>
              </a:ext>
            </a:extLst>
          </p:cNvPr>
          <p:cNvSpPr>
            <a:spLocks noGrp="1"/>
          </p:cNvSpPr>
          <p:nvPr>
            <p:ph type="body" sz="quarter" idx="25" hasCustomPrompt="1"/>
          </p:nvPr>
        </p:nvSpPr>
        <p:spPr>
          <a:xfrm>
            <a:off x="8202980" y="3442027"/>
            <a:ext cx="3538800" cy="252713"/>
          </a:xfrm>
        </p:spPr>
        <p:txBody>
          <a:bodyPr>
            <a:noAutofit/>
          </a:bodyPr>
          <a:lstStyle>
            <a:lvl1pPr marL="0" indent="0">
              <a:buFontTx/>
              <a:buNone/>
              <a:defRPr lang="de-DE" sz="1400" i="1" kern="1200" dirty="0">
                <a:solidFill>
                  <a:srgbClr val="373737"/>
                </a:solidFill>
                <a:latin typeface="+mn-lt"/>
                <a:ea typeface="+mn-ea"/>
                <a:cs typeface="+mn-cs"/>
              </a:defRPr>
            </a:lvl1pPr>
          </a:lstStyle>
          <a:p>
            <a:pPr lvl="0"/>
            <a:r>
              <a:rPr lang="de-DE" dirty="0"/>
              <a:t>Edit </a:t>
            </a:r>
            <a:r>
              <a:rPr lang="de-DE" dirty="0" err="1"/>
              <a:t>caption</a:t>
            </a:r>
            <a:endParaRPr lang="de-DE" dirty="0"/>
          </a:p>
        </p:txBody>
      </p:sp>
      <p:sp>
        <p:nvSpPr>
          <p:cNvPr id="15" name="Bildplatzhalter 2">
            <a:extLst>
              <a:ext uri="{FF2B5EF4-FFF2-40B4-BE49-F238E27FC236}">
                <a16:creationId xmlns:a16="http://schemas.microsoft.com/office/drawing/2014/main" id="{C50D5208-6BF9-400C-8785-5930515A7BF6}"/>
              </a:ext>
            </a:extLst>
          </p:cNvPr>
          <p:cNvSpPr>
            <a:spLocks noGrp="1"/>
          </p:cNvSpPr>
          <p:nvPr>
            <p:ph type="pic" idx="26" hasCustomPrompt="1"/>
          </p:nvPr>
        </p:nvSpPr>
        <p:spPr>
          <a:xfrm>
            <a:off x="8202980" y="3925704"/>
            <a:ext cx="3538800" cy="194400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Insert Image</a:t>
            </a:r>
          </a:p>
        </p:txBody>
      </p:sp>
      <p:sp>
        <p:nvSpPr>
          <p:cNvPr id="16" name="Textplatzhalter 7">
            <a:extLst>
              <a:ext uri="{FF2B5EF4-FFF2-40B4-BE49-F238E27FC236}">
                <a16:creationId xmlns:a16="http://schemas.microsoft.com/office/drawing/2014/main" id="{445D4A14-3A40-41AB-853E-4B5DD839381C}"/>
              </a:ext>
            </a:extLst>
          </p:cNvPr>
          <p:cNvSpPr>
            <a:spLocks noGrp="1"/>
          </p:cNvSpPr>
          <p:nvPr>
            <p:ph type="body" sz="quarter" idx="27" hasCustomPrompt="1"/>
          </p:nvPr>
        </p:nvSpPr>
        <p:spPr>
          <a:xfrm>
            <a:off x="8202980" y="5880504"/>
            <a:ext cx="3538800" cy="252713"/>
          </a:xfrm>
        </p:spPr>
        <p:txBody>
          <a:bodyPr>
            <a:noAutofit/>
          </a:bodyPr>
          <a:lstStyle>
            <a:lvl1pPr marL="0" indent="0">
              <a:buFontTx/>
              <a:buNone/>
              <a:defRPr lang="de-DE" sz="1400" i="1" kern="1200" dirty="0">
                <a:solidFill>
                  <a:srgbClr val="373737"/>
                </a:solidFill>
                <a:latin typeface="+mn-lt"/>
                <a:ea typeface="+mn-ea"/>
                <a:cs typeface="+mn-cs"/>
              </a:defRPr>
            </a:lvl1pPr>
          </a:lstStyle>
          <a:p>
            <a:pPr lvl="0"/>
            <a:r>
              <a:rPr lang="de-DE" dirty="0"/>
              <a:t>Edit </a:t>
            </a:r>
            <a:r>
              <a:rPr lang="de-DE" dirty="0" err="1"/>
              <a:t>caption</a:t>
            </a:r>
            <a:endParaRPr lang="de-DE" dirty="0"/>
          </a:p>
        </p:txBody>
      </p:sp>
    </p:spTree>
    <p:extLst>
      <p:ext uri="{BB962C8B-B14F-4D97-AF65-F5344CB8AC3E}">
        <p14:creationId xmlns:p14="http://schemas.microsoft.com/office/powerpoint/2010/main" val="2607201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lain text (two column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B44D33-C18E-49D6-B31F-D8735877DEE9}"/>
              </a:ext>
            </a:extLst>
          </p:cNvPr>
          <p:cNvSpPr>
            <a:spLocks noGrp="1"/>
          </p:cNvSpPr>
          <p:nvPr>
            <p:ph type="title" hasCustomPrompt="1"/>
          </p:nvPr>
        </p:nvSpPr>
        <p:spPr/>
        <p:txBody>
          <a:bodyPr/>
          <a:lstStyle>
            <a:lvl1pPr>
              <a:defRPr/>
            </a:lvl1pPr>
          </a:lstStyle>
          <a:p>
            <a:r>
              <a:rPr lang="de-DE" dirty="0"/>
              <a:t>Edit title</a:t>
            </a:r>
          </a:p>
        </p:txBody>
      </p:sp>
      <p:sp>
        <p:nvSpPr>
          <p:cNvPr id="3" name="Foliennummernplatzhalter 2">
            <a:extLst>
              <a:ext uri="{FF2B5EF4-FFF2-40B4-BE49-F238E27FC236}">
                <a16:creationId xmlns:a16="http://schemas.microsoft.com/office/drawing/2014/main" id="{4C686226-A15E-4ABA-81F5-67D0C9B1C645}"/>
              </a:ext>
            </a:extLst>
          </p:cNvPr>
          <p:cNvSpPr>
            <a:spLocks noGrp="1"/>
          </p:cNvSpPr>
          <p:nvPr>
            <p:ph type="sldNum" sz="quarter" idx="10"/>
          </p:nvPr>
        </p:nvSpPr>
        <p:spPr/>
        <p:txBody>
          <a:bodyPr/>
          <a:lstStyle/>
          <a:p>
            <a:fld id="{12C0C2B6-3FCF-4640-B7EB-1DA60A1C0F32}" type="slidenum">
              <a:rPr lang="en-US" smtClean="0"/>
              <a:t>‹#›</a:t>
            </a:fld>
            <a:endParaRPr lang="en-US"/>
          </a:p>
        </p:txBody>
      </p:sp>
      <p:sp>
        <p:nvSpPr>
          <p:cNvPr id="5" name="Textplatzhalter 10">
            <a:extLst>
              <a:ext uri="{FF2B5EF4-FFF2-40B4-BE49-F238E27FC236}">
                <a16:creationId xmlns:a16="http://schemas.microsoft.com/office/drawing/2014/main" id="{12A87E06-B1B7-4431-845A-6149ADCE1F34}"/>
              </a:ext>
            </a:extLst>
          </p:cNvPr>
          <p:cNvSpPr>
            <a:spLocks noGrp="1"/>
          </p:cNvSpPr>
          <p:nvPr>
            <p:ph type="body" sz="quarter" idx="13" hasCustomPrompt="1"/>
          </p:nvPr>
        </p:nvSpPr>
        <p:spPr>
          <a:xfrm>
            <a:off x="405385" y="1466850"/>
            <a:ext cx="5209018" cy="4660899"/>
          </a:xfrm>
        </p:spPr>
        <p:txBody>
          <a:bodyPr>
            <a:noAutofit/>
          </a:bodyPr>
          <a:lstStyle>
            <a:lvl1pPr marL="0" indent="0">
              <a:lnSpc>
                <a:spcPct val="120000"/>
              </a:lnSpc>
              <a:spcBef>
                <a:spcPts val="0"/>
              </a:spcBef>
              <a:buNone/>
              <a:defRPr sz="1800"/>
            </a:lvl1pPr>
          </a:lstStyle>
          <a:p>
            <a:pPr lvl="0"/>
            <a:r>
              <a:rPr lang="de-DE" dirty="0"/>
              <a:t>Edit </a:t>
            </a:r>
            <a:r>
              <a:rPr lang="de-DE" dirty="0" err="1"/>
              <a:t>text</a:t>
            </a:r>
            <a:endParaRPr lang="de-DE" dirty="0"/>
          </a:p>
        </p:txBody>
      </p:sp>
      <p:sp>
        <p:nvSpPr>
          <p:cNvPr id="6" name="Textplatzhalter 10">
            <a:extLst>
              <a:ext uri="{FF2B5EF4-FFF2-40B4-BE49-F238E27FC236}">
                <a16:creationId xmlns:a16="http://schemas.microsoft.com/office/drawing/2014/main" id="{8F22960D-1838-4803-B054-1C7D4156CA0E}"/>
              </a:ext>
            </a:extLst>
          </p:cNvPr>
          <p:cNvSpPr>
            <a:spLocks noGrp="1"/>
          </p:cNvSpPr>
          <p:nvPr>
            <p:ph type="body" sz="quarter" idx="17" hasCustomPrompt="1"/>
          </p:nvPr>
        </p:nvSpPr>
        <p:spPr>
          <a:xfrm>
            <a:off x="6477159" y="1466850"/>
            <a:ext cx="5309456" cy="4660899"/>
          </a:xfrm>
        </p:spPr>
        <p:txBody>
          <a:bodyPr>
            <a:noAutofit/>
          </a:bodyPr>
          <a:lstStyle>
            <a:lvl1pPr marL="0" indent="0">
              <a:lnSpc>
                <a:spcPct val="120000"/>
              </a:lnSpc>
              <a:spcBef>
                <a:spcPts val="0"/>
              </a:spcBef>
              <a:buNone/>
              <a:defRPr sz="1800"/>
            </a:lvl1pPr>
          </a:lstStyle>
          <a:p>
            <a:pPr lvl="0"/>
            <a:r>
              <a:rPr lang="de-DE" dirty="0"/>
              <a:t>Edit </a:t>
            </a:r>
            <a:r>
              <a:rPr lang="de-DE" dirty="0" err="1"/>
              <a:t>text</a:t>
            </a:r>
            <a:endParaRPr lang="de-DE" dirty="0"/>
          </a:p>
        </p:txBody>
      </p:sp>
    </p:spTree>
    <p:extLst>
      <p:ext uri="{BB962C8B-B14F-4D97-AF65-F5344CB8AC3E}">
        <p14:creationId xmlns:p14="http://schemas.microsoft.com/office/powerpoint/2010/main" val="4067866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ny content full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C9664A-C54C-47B8-9208-C4F822B042E3}"/>
              </a:ext>
            </a:extLst>
          </p:cNvPr>
          <p:cNvSpPr>
            <a:spLocks noGrp="1"/>
          </p:cNvSpPr>
          <p:nvPr>
            <p:ph type="title" hasCustomPrompt="1"/>
          </p:nvPr>
        </p:nvSpPr>
        <p:spPr/>
        <p:txBody>
          <a:bodyPr/>
          <a:lstStyle/>
          <a:p>
            <a:r>
              <a:rPr lang="de-DE" dirty="0"/>
              <a:t>Edit title</a:t>
            </a:r>
          </a:p>
        </p:txBody>
      </p:sp>
      <p:sp>
        <p:nvSpPr>
          <p:cNvPr id="3" name="Foliennummernplatzhalter 2">
            <a:extLst>
              <a:ext uri="{FF2B5EF4-FFF2-40B4-BE49-F238E27FC236}">
                <a16:creationId xmlns:a16="http://schemas.microsoft.com/office/drawing/2014/main" id="{7E386C50-BD98-4123-999A-FCAFE3AC23C2}"/>
              </a:ext>
            </a:extLst>
          </p:cNvPr>
          <p:cNvSpPr>
            <a:spLocks noGrp="1"/>
          </p:cNvSpPr>
          <p:nvPr>
            <p:ph type="sldNum" sz="quarter" idx="10"/>
          </p:nvPr>
        </p:nvSpPr>
        <p:spPr/>
        <p:txBody>
          <a:bodyPr/>
          <a:lstStyle/>
          <a:p>
            <a:fld id="{12C0C2B6-3FCF-4640-B7EB-1DA60A1C0F32}" type="slidenum">
              <a:rPr lang="en-US" smtClean="0"/>
              <a:t>‹#›</a:t>
            </a:fld>
            <a:endParaRPr lang="en-US"/>
          </a:p>
        </p:txBody>
      </p:sp>
      <p:sp>
        <p:nvSpPr>
          <p:cNvPr id="4" name="Inhaltsplatzhalter 7">
            <a:extLst>
              <a:ext uri="{FF2B5EF4-FFF2-40B4-BE49-F238E27FC236}">
                <a16:creationId xmlns:a16="http://schemas.microsoft.com/office/drawing/2014/main" id="{BE93DB4E-A3C4-4680-9467-205E0D37333A}"/>
              </a:ext>
            </a:extLst>
          </p:cNvPr>
          <p:cNvSpPr>
            <a:spLocks noGrp="1"/>
          </p:cNvSpPr>
          <p:nvPr>
            <p:ph sz="quarter" idx="13" hasCustomPrompt="1"/>
          </p:nvPr>
        </p:nvSpPr>
        <p:spPr>
          <a:xfrm>
            <a:off x="405384" y="1439999"/>
            <a:ext cx="11354816" cy="4697565"/>
          </a:xfrm>
        </p:spPr>
        <p:txBody>
          <a:bodyPr/>
          <a:lstStyle/>
          <a:p>
            <a:pPr lvl="0"/>
            <a:r>
              <a:rPr lang="de-DE" dirty="0"/>
              <a:t>Edit </a:t>
            </a:r>
            <a:r>
              <a:rPr lang="de-DE" dirty="0" err="1"/>
              <a:t>bullet</a:t>
            </a:r>
            <a:r>
              <a:rPr lang="de-DE" dirty="0"/>
              <a:t> </a:t>
            </a:r>
            <a:r>
              <a:rPr lang="de-DE" dirty="0" err="1"/>
              <a:t>points</a:t>
            </a:r>
            <a:r>
              <a:rPr lang="de-DE" dirty="0"/>
              <a:t> </a:t>
            </a:r>
            <a:r>
              <a:rPr lang="de-DE" dirty="0" err="1"/>
              <a:t>first</a:t>
            </a:r>
            <a:r>
              <a:rPr lang="de-DE" dirty="0"/>
              <a:t> </a:t>
            </a:r>
            <a:r>
              <a:rPr lang="de-DE" dirty="0" err="1"/>
              <a:t>level</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Tree>
    <p:extLst>
      <p:ext uri="{BB962C8B-B14F-4D97-AF65-F5344CB8AC3E}">
        <p14:creationId xmlns:p14="http://schemas.microsoft.com/office/powerpoint/2010/main" val="3722432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 big image (left-right aligned, top-bottom-cutte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786F80-74B5-4AA2-B008-F771431E9D1E}"/>
              </a:ext>
            </a:extLst>
          </p:cNvPr>
          <p:cNvSpPr>
            <a:spLocks noGrp="1"/>
          </p:cNvSpPr>
          <p:nvPr>
            <p:ph type="title" hasCustomPrompt="1"/>
          </p:nvPr>
        </p:nvSpPr>
        <p:spPr/>
        <p:txBody>
          <a:bodyPr/>
          <a:lstStyle/>
          <a:p>
            <a:r>
              <a:rPr lang="de-DE" dirty="0"/>
              <a:t>Edit title</a:t>
            </a:r>
          </a:p>
        </p:txBody>
      </p:sp>
      <p:sp>
        <p:nvSpPr>
          <p:cNvPr id="3" name="Foliennummernplatzhalter 2">
            <a:extLst>
              <a:ext uri="{FF2B5EF4-FFF2-40B4-BE49-F238E27FC236}">
                <a16:creationId xmlns:a16="http://schemas.microsoft.com/office/drawing/2014/main" id="{7235F020-C9F5-416E-85F7-98DCBE551B48}"/>
              </a:ext>
            </a:extLst>
          </p:cNvPr>
          <p:cNvSpPr>
            <a:spLocks noGrp="1"/>
          </p:cNvSpPr>
          <p:nvPr>
            <p:ph type="sldNum" sz="quarter" idx="10"/>
          </p:nvPr>
        </p:nvSpPr>
        <p:spPr/>
        <p:txBody>
          <a:bodyPr/>
          <a:lstStyle/>
          <a:p>
            <a:fld id="{12C0C2B6-3FCF-4640-B7EB-1DA60A1C0F32}" type="slidenum">
              <a:rPr lang="en-US" smtClean="0"/>
              <a:t>‹#›</a:t>
            </a:fld>
            <a:endParaRPr lang="en-US"/>
          </a:p>
        </p:txBody>
      </p:sp>
      <p:sp>
        <p:nvSpPr>
          <p:cNvPr id="5" name="Bildplatzhalter 5">
            <a:extLst>
              <a:ext uri="{FF2B5EF4-FFF2-40B4-BE49-F238E27FC236}">
                <a16:creationId xmlns:a16="http://schemas.microsoft.com/office/drawing/2014/main" id="{A77D680D-D2B9-4261-802B-E62E6A7D30BA}"/>
              </a:ext>
            </a:extLst>
          </p:cNvPr>
          <p:cNvSpPr>
            <a:spLocks noGrp="1"/>
          </p:cNvSpPr>
          <p:nvPr>
            <p:ph type="pic" sz="quarter" idx="14" hasCustomPrompt="1"/>
          </p:nvPr>
        </p:nvSpPr>
        <p:spPr>
          <a:xfrm>
            <a:off x="405384" y="1440001"/>
            <a:ext cx="11357124" cy="4366168"/>
          </a:xfrm>
          <a:noFill/>
        </p:spPr>
        <p:txBody>
          <a:bodyPr/>
          <a:lstStyle>
            <a:lvl1pPr marL="0" indent="0">
              <a:buNone/>
              <a:defRPr/>
            </a:lvl1pPr>
          </a:lstStyle>
          <a:p>
            <a:r>
              <a:rPr lang="de-DE" dirty="0"/>
              <a:t>Insert </a:t>
            </a:r>
            <a:r>
              <a:rPr lang="de-DE" dirty="0" err="1"/>
              <a:t>big</a:t>
            </a:r>
            <a:r>
              <a:rPr lang="de-DE" dirty="0"/>
              <a:t> </a:t>
            </a:r>
            <a:r>
              <a:rPr lang="de-DE" dirty="0" err="1"/>
              <a:t>image</a:t>
            </a:r>
            <a:endParaRPr lang="de-DE" dirty="0"/>
          </a:p>
        </p:txBody>
      </p:sp>
      <p:sp>
        <p:nvSpPr>
          <p:cNvPr id="6" name="Textplatzhalter 7">
            <a:extLst>
              <a:ext uri="{FF2B5EF4-FFF2-40B4-BE49-F238E27FC236}">
                <a16:creationId xmlns:a16="http://schemas.microsoft.com/office/drawing/2014/main" id="{7C1D96F7-65A5-43BE-9970-AF41D4C81430}"/>
              </a:ext>
            </a:extLst>
          </p:cNvPr>
          <p:cNvSpPr>
            <a:spLocks noGrp="1"/>
          </p:cNvSpPr>
          <p:nvPr>
            <p:ph type="body" sz="quarter" idx="15" hasCustomPrompt="1"/>
          </p:nvPr>
        </p:nvSpPr>
        <p:spPr>
          <a:xfrm>
            <a:off x="405385" y="5820300"/>
            <a:ext cx="11357124" cy="296043"/>
          </a:xfrm>
        </p:spPr>
        <p:txBody>
          <a:bodyPr>
            <a:noAutofit/>
          </a:bodyPr>
          <a:lstStyle>
            <a:lvl1pPr marL="0" indent="0">
              <a:buFontTx/>
              <a:buNone/>
              <a:defRPr sz="1400" i="1">
                <a:latin typeface="+mn-lt"/>
              </a:defRPr>
            </a:lvl1pPr>
          </a:lstStyle>
          <a:p>
            <a:pPr lvl="0"/>
            <a:r>
              <a:rPr lang="de-DE" dirty="0"/>
              <a:t>Edit </a:t>
            </a:r>
            <a:r>
              <a:rPr lang="de-DE" dirty="0" err="1"/>
              <a:t>caption</a:t>
            </a:r>
            <a:endParaRPr lang="de-DE" dirty="0"/>
          </a:p>
        </p:txBody>
      </p:sp>
    </p:spTree>
    <p:extLst>
      <p:ext uri="{BB962C8B-B14F-4D97-AF65-F5344CB8AC3E}">
        <p14:creationId xmlns:p14="http://schemas.microsoft.com/office/powerpoint/2010/main" val="1398427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mpty slide LIR sty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428241-0ACF-4244-9490-6937F7553676}"/>
              </a:ext>
            </a:extLst>
          </p:cNvPr>
          <p:cNvSpPr>
            <a:spLocks noGrp="1"/>
          </p:cNvSpPr>
          <p:nvPr>
            <p:ph type="title" hasCustomPrompt="1"/>
          </p:nvPr>
        </p:nvSpPr>
        <p:spPr/>
        <p:txBody>
          <a:bodyPr/>
          <a:lstStyle/>
          <a:p>
            <a:r>
              <a:rPr lang="de-DE" dirty="0"/>
              <a:t>Edit title</a:t>
            </a:r>
          </a:p>
        </p:txBody>
      </p:sp>
      <p:sp>
        <p:nvSpPr>
          <p:cNvPr id="3" name="Foliennummernplatzhalter 2">
            <a:extLst>
              <a:ext uri="{FF2B5EF4-FFF2-40B4-BE49-F238E27FC236}">
                <a16:creationId xmlns:a16="http://schemas.microsoft.com/office/drawing/2014/main" id="{2DF8B56C-8B7D-4953-9D17-411EAE3910FB}"/>
              </a:ext>
            </a:extLst>
          </p:cNvPr>
          <p:cNvSpPr>
            <a:spLocks noGrp="1"/>
          </p:cNvSpPr>
          <p:nvPr>
            <p:ph type="sldNum" sz="quarter" idx="10"/>
          </p:nvPr>
        </p:nvSpPr>
        <p:spPr/>
        <p:txBody>
          <a:bodyPr/>
          <a:lstStyle/>
          <a:p>
            <a:fld id="{12C0C2B6-3FCF-4640-B7EB-1DA60A1C0F32}" type="slidenum">
              <a:rPr lang="en-US" smtClean="0"/>
              <a:t>‹#›</a:t>
            </a:fld>
            <a:endParaRPr lang="en-US"/>
          </a:p>
        </p:txBody>
      </p:sp>
    </p:spTree>
    <p:extLst>
      <p:ext uri="{BB962C8B-B14F-4D97-AF65-F5344CB8AC3E}">
        <p14:creationId xmlns:p14="http://schemas.microsoft.com/office/powerpoint/2010/main" val="1674229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09740A-81ED-6DAC-87FC-93991BFC8334}"/>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2381E68A-F978-00E0-B3F6-8F1DDB340F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7FF27484-2848-5E99-0A83-341BEF6509EF}"/>
              </a:ext>
            </a:extLst>
          </p:cNvPr>
          <p:cNvSpPr>
            <a:spLocks noGrp="1"/>
          </p:cNvSpPr>
          <p:nvPr>
            <p:ph type="dt" sz="half" idx="10"/>
          </p:nvPr>
        </p:nvSpPr>
        <p:spPr/>
        <p:txBody>
          <a:bodyPr/>
          <a:lstStyle/>
          <a:p>
            <a:fld id="{E4DEAF58-29B2-45ED-9055-F1435AF5799D}" type="datetimeFigureOut">
              <a:rPr lang="en-US" smtClean="0"/>
              <a:t>9/23/2025</a:t>
            </a:fld>
            <a:endParaRPr lang="en-US"/>
          </a:p>
        </p:txBody>
      </p:sp>
      <p:sp>
        <p:nvSpPr>
          <p:cNvPr id="5" name="Fußzeilenplatzhalter 4">
            <a:extLst>
              <a:ext uri="{FF2B5EF4-FFF2-40B4-BE49-F238E27FC236}">
                <a16:creationId xmlns:a16="http://schemas.microsoft.com/office/drawing/2014/main" id="{7473E29C-99C7-918C-2D82-416F98EA976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EA8381EA-75F4-A770-54CE-2D96FE984840}"/>
              </a:ext>
            </a:extLst>
          </p:cNvPr>
          <p:cNvSpPr>
            <a:spLocks noGrp="1"/>
          </p:cNvSpPr>
          <p:nvPr>
            <p:ph type="sldNum" sz="quarter" idx="12"/>
          </p:nvPr>
        </p:nvSpPr>
        <p:spPr/>
        <p:txBody>
          <a:bodyPr/>
          <a:lstStyle/>
          <a:p>
            <a:fld id="{12C0C2B6-3FCF-4640-B7EB-1DA60A1C0F32}" type="slidenum">
              <a:rPr lang="en-US" smtClean="0"/>
              <a:t>‹#›</a:t>
            </a:fld>
            <a:endParaRPr lang="en-US"/>
          </a:p>
        </p:txBody>
      </p:sp>
    </p:spTree>
    <p:extLst>
      <p:ext uri="{BB962C8B-B14F-4D97-AF65-F5344CB8AC3E}">
        <p14:creationId xmlns:p14="http://schemas.microsoft.com/office/powerpoint/2010/main" val="17464788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106CE0-07F4-A741-B6F6-77208CA14217}"/>
              </a:ext>
            </a:extLst>
          </p:cNvPr>
          <p:cNvSpPr>
            <a:spLocks noGrp="1"/>
          </p:cNvSpPr>
          <p:nvPr>
            <p:ph type="title" hasCustomPrompt="1"/>
          </p:nvPr>
        </p:nvSpPr>
        <p:spPr/>
        <p:txBody>
          <a:bodyPr/>
          <a:lstStyle/>
          <a:p>
            <a:r>
              <a:rPr lang="nl-NL" dirty="0"/>
              <a:t>Click </a:t>
            </a:r>
            <a:r>
              <a:rPr lang="nl-NL" dirty="0" err="1"/>
              <a:t>to</a:t>
            </a:r>
            <a:r>
              <a:rPr lang="nl-NL" dirty="0"/>
              <a:t> </a:t>
            </a:r>
            <a:r>
              <a:rPr lang="nl-NL" dirty="0" err="1"/>
              <a:t>edit</a:t>
            </a:r>
            <a:r>
              <a:rPr lang="nl-NL" dirty="0"/>
              <a:t>  </a:t>
            </a:r>
          </a:p>
        </p:txBody>
      </p:sp>
      <p:sp>
        <p:nvSpPr>
          <p:cNvPr id="3" name="Tijdelijke aanduiding voor inhoud 2">
            <a:extLst>
              <a:ext uri="{FF2B5EF4-FFF2-40B4-BE49-F238E27FC236}">
                <a16:creationId xmlns:a16="http://schemas.microsoft.com/office/drawing/2014/main" id="{38C48D90-8F01-464B-BAC4-F3C30CEDAA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ijdelijke aanduiding voor datum 3">
            <a:extLst>
              <a:ext uri="{FF2B5EF4-FFF2-40B4-BE49-F238E27FC236}">
                <a16:creationId xmlns:a16="http://schemas.microsoft.com/office/drawing/2014/main" id="{203E40F4-ACB8-7640-9559-4D8B103A3B96}"/>
              </a:ext>
            </a:extLst>
          </p:cNvPr>
          <p:cNvSpPr>
            <a:spLocks noGrp="1"/>
          </p:cNvSpPr>
          <p:nvPr>
            <p:ph type="dt" sz="half" idx="10"/>
          </p:nvPr>
        </p:nvSpPr>
        <p:spPr/>
        <p:txBody>
          <a:bodyPr/>
          <a:lstStyle>
            <a:lvl1pPr>
              <a:defRPr b="0" i="0">
                <a:latin typeface="Bebas Neue Regular" panose="020B0606020202050201" pitchFamily="34" charset="77"/>
              </a:defRPr>
            </a:lvl1pPr>
          </a:lstStyle>
          <a:p>
            <a:endParaRPr lang="en-US" altLang="nl-NL" dirty="0"/>
          </a:p>
        </p:txBody>
      </p:sp>
      <p:sp>
        <p:nvSpPr>
          <p:cNvPr id="5" name="Tijdelijke aanduiding voor voettekst 4">
            <a:extLst>
              <a:ext uri="{FF2B5EF4-FFF2-40B4-BE49-F238E27FC236}">
                <a16:creationId xmlns:a16="http://schemas.microsoft.com/office/drawing/2014/main" id="{BF4D5BE6-6CFA-0C4B-A089-2A2D54A7F401}"/>
              </a:ext>
            </a:extLst>
          </p:cNvPr>
          <p:cNvSpPr>
            <a:spLocks noGrp="1"/>
          </p:cNvSpPr>
          <p:nvPr>
            <p:ph type="ftr" sz="quarter" idx="11"/>
          </p:nvPr>
        </p:nvSpPr>
        <p:spPr/>
        <p:txBody>
          <a:bodyPr/>
          <a:lstStyle>
            <a:lvl1pPr>
              <a:defRPr b="0" i="0">
                <a:latin typeface="Bebas Neue Regular" panose="020B0606020202050201" pitchFamily="34" charset="77"/>
              </a:defRPr>
            </a:lvl1pPr>
          </a:lstStyle>
          <a:p>
            <a:endParaRPr lang="en-US" altLang="nl-NL" dirty="0"/>
          </a:p>
        </p:txBody>
      </p:sp>
      <p:sp>
        <p:nvSpPr>
          <p:cNvPr id="6" name="Tijdelijke aanduiding voor dianummer 5">
            <a:extLst>
              <a:ext uri="{FF2B5EF4-FFF2-40B4-BE49-F238E27FC236}">
                <a16:creationId xmlns:a16="http://schemas.microsoft.com/office/drawing/2014/main" id="{1DCA30E7-299B-AA48-91D5-287904DBEEF7}"/>
              </a:ext>
            </a:extLst>
          </p:cNvPr>
          <p:cNvSpPr>
            <a:spLocks noGrp="1"/>
          </p:cNvSpPr>
          <p:nvPr>
            <p:ph type="sldNum" sz="quarter" idx="12"/>
          </p:nvPr>
        </p:nvSpPr>
        <p:spPr/>
        <p:txBody>
          <a:bodyPr/>
          <a:lstStyle>
            <a:lvl1pPr>
              <a:defRPr b="0" i="0">
                <a:latin typeface="Bebas Neue Regular" panose="020B0606020202050201" pitchFamily="34" charset="77"/>
              </a:defRPr>
            </a:lvl1pPr>
          </a:lstStyle>
          <a:p>
            <a:fld id="{682491C9-24E3-B74D-B1A8-FC5E85B02AB9}" type="slidenum">
              <a:rPr lang="en-US" altLang="nl-NL" smtClean="0"/>
              <a:pPr/>
              <a:t>‹#›</a:t>
            </a:fld>
            <a:endParaRPr lang="en-US" altLang="nl-NL" sz="1642" dirty="0">
              <a:solidFill>
                <a:schemeClr val="tx1"/>
              </a:solidFill>
            </a:endParaRPr>
          </a:p>
        </p:txBody>
      </p:sp>
    </p:spTree>
    <p:extLst>
      <p:ext uri="{BB962C8B-B14F-4D97-AF65-F5344CB8AC3E}">
        <p14:creationId xmlns:p14="http://schemas.microsoft.com/office/powerpoint/2010/main" val="3529579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85019F-765F-EA4D-9715-CBC1A3C949B7}"/>
              </a:ext>
            </a:extLst>
          </p:cNvPr>
          <p:cNvSpPr>
            <a:spLocks noGrp="1"/>
          </p:cNvSpPr>
          <p:nvPr>
            <p:ph type="title"/>
          </p:nvPr>
        </p:nvSpPr>
        <p:spPr/>
        <p:txBody>
          <a:bodyPr/>
          <a:lstStyle/>
          <a:p>
            <a:r>
              <a:rPr lang="en-US"/>
              <a:t>Click to edit Master title style</a:t>
            </a:r>
            <a:endParaRPr lang="nl-NL"/>
          </a:p>
        </p:txBody>
      </p:sp>
      <p:sp>
        <p:nvSpPr>
          <p:cNvPr id="3" name="Tijdelijke aanduiding voor datum 2">
            <a:extLst>
              <a:ext uri="{FF2B5EF4-FFF2-40B4-BE49-F238E27FC236}">
                <a16:creationId xmlns:a16="http://schemas.microsoft.com/office/drawing/2014/main" id="{91905688-4784-404E-A5BB-61D5F5FEB1C9}"/>
              </a:ext>
            </a:extLst>
          </p:cNvPr>
          <p:cNvSpPr>
            <a:spLocks noGrp="1"/>
          </p:cNvSpPr>
          <p:nvPr>
            <p:ph type="dt" sz="half" idx="10"/>
          </p:nvPr>
        </p:nvSpPr>
        <p:spPr/>
        <p:txBody>
          <a:bodyPr/>
          <a:lstStyle>
            <a:lvl1pPr>
              <a:defRPr b="0" i="0">
                <a:latin typeface="Bebas Neue Regular" panose="020B0606020202050201" pitchFamily="34" charset="77"/>
              </a:defRPr>
            </a:lvl1pPr>
          </a:lstStyle>
          <a:p>
            <a:endParaRPr lang="en-US" altLang="nl-NL" dirty="0"/>
          </a:p>
        </p:txBody>
      </p:sp>
      <p:sp>
        <p:nvSpPr>
          <p:cNvPr id="4" name="Tijdelijke aanduiding voor voettekst 3">
            <a:extLst>
              <a:ext uri="{FF2B5EF4-FFF2-40B4-BE49-F238E27FC236}">
                <a16:creationId xmlns:a16="http://schemas.microsoft.com/office/drawing/2014/main" id="{3462AB2D-19D3-C542-83B8-99FF47405CAC}"/>
              </a:ext>
            </a:extLst>
          </p:cNvPr>
          <p:cNvSpPr>
            <a:spLocks noGrp="1"/>
          </p:cNvSpPr>
          <p:nvPr>
            <p:ph type="ftr" sz="quarter" idx="11"/>
          </p:nvPr>
        </p:nvSpPr>
        <p:spPr/>
        <p:txBody>
          <a:bodyPr/>
          <a:lstStyle>
            <a:lvl1pPr>
              <a:defRPr b="0" i="0">
                <a:latin typeface="Bebas Neue Regular" panose="020B0606020202050201" pitchFamily="34" charset="77"/>
              </a:defRPr>
            </a:lvl1pPr>
          </a:lstStyle>
          <a:p>
            <a:endParaRPr lang="en-US" altLang="nl-NL" dirty="0"/>
          </a:p>
        </p:txBody>
      </p:sp>
      <p:sp>
        <p:nvSpPr>
          <p:cNvPr id="5" name="Tijdelijke aanduiding voor dianummer 4">
            <a:extLst>
              <a:ext uri="{FF2B5EF4-FFF2-40B4-BE49-F238E27FC236}">
                <a16:creationId xmlns:a16="http://schemas.microsoft.com/office/drawing/2014/main" id="{DEFADD52-0501-FE42-8D71-A56DF830B8D1}"/>
              </a:ext>
            </a:extLst>
          </p:cNvPr>
          <p:cNvSpPr>
            <a:spLocks noGrp="1"/>
          </p:cNvSpPr>
          <p:nvPr>
            <p:ph type="sldNum" sz="quarter" idx="12"/>
          </p:nvPr>
        </p:nvSpPr>
        <p:spPr/>
        <p:txBody>
          <a:bodyPr/>
          <a:lstStyle>
            <a:lvl1pPr>
              <a:defRPr b="0" i="0">
                <a:latin typeface="Bebas Neue Regular" panose="020B0606020202050201" pitchFamily="34" charset="77"/>
              </a:defRPr>
            </a:lvl1pPr>
          </a:lstStyle>
          <a:p>
            <a:fld id="{68D1321B-B1F5-1B45-9E8F-25564468C45B}" type="slidenum">
              <a:rPr lang="en-US" altLang="nl-NL" smtClean="0"/>
              <a:pPr/>
              <a:t>‹#›</a:t>
            </a:fld>
            <a:endParaRPr lang="en-US" altLang="nl-NL" sz="1642" dirty="0">
              <a:solidFill>
                <a:schemeClr val="tx1"/>
              </a:solidFill>
            </a:endParaRPr>
          </a:p>
        </p:txBody>
      </p:sp>
    </p:spTree>
    <p:extLst>
      <p:ext uri="{BB962C8B-B14F-4D97-AF65-F5344CB8AC3E}">
        <p14:creationId xmlns:p14="http://schemas.microsoft.com/office/powerpoint/2010/main" val="983721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BD41612A-ABA3-4F2E-A017-5BD51B902EC3}"/>
              </a:ext>
            </a:extLst>
          </p:cNvPr>
          <p:cNvSpPr>
            <a:spLocks noGrp="1"/>
          </p:cNvSpPr>
          <p:nvPr>
            <p:ph type="body" idx="1"/>
          </p:nvPr>
        </p:nvSpPr>
        <p:spPr>
          <a:xfrm>
            <a:off x="426000" y="1825625"/>
            <a:ext cx="11340000" cy="4035367"/>
          </a:xfrm>
          <a:prstGeom prst="rect">
            <a:avLst/>
          </a:prstGeom>
        </p:spPr>
        <p:txBody>
          <a:bodyPr vert="horz" lIns="91440" tIns="45720" rIns="91440" bIns="45720" rtlCol="0">
            <a:noAutofit/>
          </a:bodyPr>
          <a:lstStyle/>
          <a:p>
            <a:pPr lvl="0"/>
            <a:r>
              <a:rPr lang="de-DE" dirty="0"/>
              <a:t>Edit </a:t>
            </a:r>
            <a:r>
              <a:rPr lang="de-DE" dirty="0" err="1"/>
              <a:t>bullet</a:t>
            </a:r>
            <a:r>
              <a:rPr lang="de-DE" dirty="0"/>
              <a:t> </a:t>
            </a:r>
            <a:r>
              <a:rPr lang="de-DE" dirty="0" err="1"/>
              <a:t>points</a:t>
            </a:r>
            <a:r>
              <a:rPr lang="de-DE" dirty="0"/>
              <a:t> </a:t>
            </a:r>
            <a:r>
              <a:rPr lang="de-DE" dirty="0" err="1"/>
              <a:t>first</a:t>
            </a:r>
            <a:r>
              <a:rPr lang="de-DE" dirty="0"/>
              <a:t> </a:t>
            </a:r>
            <a:r>
              <a:rPr lang="de-DE" dirty="0" err="1"/>
              <a:t>level</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6" name="Foliennummernplatzhalter 5">
            <a:extLst>
              <a:ext uri="{FF2B5EF4-FFF2-40B4-BE49-F238E27FC236}">
                <a16:creationId xmlns:a16="http://schemas.microsoft.com/office/drawing/2014/main" id="{2E7314DE-F872-4BC2-A879-5A571BDE350D}"/>
              </a:ext>
            </a:extLst>
          </p:cNvPr>
          <p:cNvSpPr>
            <a:spLocks noGrp="1"/>
          </p:cNvSpPr>
          <p:nvPr>
            <p:ph type="sldNum" sz="quarter" idx="4"/>
          </p:nvPr>
        </p:nvSpPr>
        <p:spPr>
          <a:xfrm>
            <a:off x="11505600" y="6379847"/>
            <a:ext cx="687600" cy="264793"/>
          </a:xfrm>
          <a:prstGeom prst="rect">
            <a:avLst/>
          </a:prstGeom>
          <a:solidFill>
            <a:srgbClr val="B1C800"/>
          </a:solidFill>
        </p:spPr>
        <p:txBody>
          <a:bodyPr vert="horz" wrap="none" lIns="0" tIns="45720" rIns="0" bIns="45720" rtlCol="0" anchor="ctr"/>
          <a:lstStyle>
            <a:lvl1pPr algn="ctr">
              <a:tabLst/>
              <a:defRPr sz="1100" b="1">
                <a:solidFill>
                  <a:schemeClr val="bg1"/>
                </a:solidFill>
                <a:latin typeface="+mn-lt"/>
              </a:defRPr>
            </a:lvl1pPr>
          </a:lstStyle>
          <a:p>
            <a:fld id="{12C0C2B6-3FCF-4640-B7EB-1DA60A1C0F32}" type="slidenum">
              <a:rPr lang="en-US" smtClean="0"/>
              <a:t>‹#›</a:t>
            </a:fld>
            <a:endParaRPr lang="en-US"/>
          </a:p>
        </p:txBody>
      </p:sp>
      <p:cxnSp>
        <p:nvCxnSpPr>
          <p:cNvPr id="10" name="Gerader Verbinder 9">
            <a:extLst>
              <a:ext uri="{FF2B5EF4-FFF2-40B4-BE49-F238E27FC236}">
                <a16:creationId xmlns:a16="http://schemas.microsoft.com/office/drawing/2014/main" id="{CB2C8146-CD68-4F5A-B15A-7ED33C15D359}"/>
              </a:ext>
            </a:extLst>
          </p:cNvPr>
          <p:cNvCxnSpPr>
            <a:cxnSpLocks/>
          </p:cNvCxnSpPr>
          <p:nvPr/>
        </p:nvCxnSpPr>
        <p:spPr>
          <a:xfrm flipH="1">
            <a:off x="426000" y="732249"/>
            <a:ext cx="11340000" cy="0"/>
          </a:xfrm>
          <a:prstGeom prst="line">
            <a:avLst/>
          </a:prstGeom>
          <a:ln w="15240">
            <a:solidFill>
              <a:srgbClr val="B1C800"/>
            </a:solidFill>
          </a:ln>
        </p:spPr>
        <p:style>
          <a:lnRef idx="1">
            <a:schemeClr val="accent1"/>
          </a:lnRef>
          <a:fillRef idx="0">
            <a:schemeClr val="accent1"/>
          </a:fillRef>
          <a:effectRef idx="0">
            <a:schemeClr val="accent1"/>
          </a:effectRef>
          <a:fontRef idx="minor">
            <a:schemeClr val="tx1"/>
          </a:fontRef>
        </p:style>
      </p:cxnSp>
      <p:sp>
        <p:nvSpPr>
          <p:cNvPr id="2" name="Titelplatzhalter 1">
            <a:extLst>
              <a:ext uri="{FF2B5EF4-FFF2-40B4-BE49-F238E27FC236}">
                <a16:creationId xmlns:a16="http://schemas.microsoft.com/office/drawing/2014/main" id="{41F0BB51-6EB1-496A-89C5-77E7CC5A99BF}"/>
              </a:ext>
            </a:extLst>
          </p:cNvPr>
          <p:cNvSpPr>
            <a:spLocks noGrp="1"/>
          </p:cNvSpPr>
          <p:nvPr>
            <p:ph type="title"/>
          </p:nvPr>
        </p:nvSpPr>
        <p:spPr>
          <a:xfrm>
            <a:off x="405384" y="326084"/>
            <a:ext cx="8257182" cy="341632"/>
          </a:xfrm>
          <a:prstGeom prst="rect">
            <a:avLst/>
          </a:prstGeom>
        </p:spPr>
        <p:txBody>
          <a:bodyPr vert="horz" wrap="none" lIns="0" tIns="45720" rIns="91440" bIns="45720" rtlCol="0" anchor="ctr">
            <a:noAutofit/>
          </a:bodyPr>
          <a:lstStyle/>
          <a:p>
            <a:r>
              <a:rPr lang="de-DE" dirty="0"/>
              <a:t>Edit title</a:t>
            </a:r>
          </a:p>
        </p:txBody>
      </p:sp>
      <p:pic>
        <p:nvPicPr>
          <p:cNvPr id="7" name="Grafik 6" descr="Ein Bild, das Zeichnung enthält.&#10;&#10;Automatisch generierte Beschreibung">
            <a:extLst>
              <a:ext uri="{FF2B5EF4-FFF2-40B4-BE49-F238E27FC236}">
                <a16:creationId xmlns:a16="http://schemas.microsoft.com/office/drawing/2014/main" id="{39C6552D-5D6B-40D5-892B-D59EA587A5B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990000" y="0"/>
            <a:ext cx="1909814" cy="720000"/>
          </a:xfrm>
          <a:prstGeom prst="rect">
            <a:avLst/>
          </a:prstGeom>
        </p:spPr>
      </p:pic>
    </p:spTree>
    <p:extLst>
      <p:ext uri="{BB962C8B-B14F-4D97-AF65-F5344CB8AC3E}">
        <p14:creationId xmlns:p14="http://schemas.microsoft.com/office/powerpoint/2010/main" val="42873158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2400" kern="1200">
          <a:solidFill>
            <a:schemeClr val="tx1"/>
          </a:solidFill>
          <a:latin typeface="+mn-lt"/>
          <a:ea typeface="+mj-ea"/>
          <a:cs typeface="Calibri" panose="020F0502020204030204" pitchFamily="34" charset="0"/>
        </a:defRPr>
      </a:lvl1pPr>
    </p:titleStyle>
    <p:bodyStyle>
      <a:lvl1pPr marL="270000" indent="-216000" algn="l" defTabSz="914400" rtl="0" eaLnBrk="1" latinLnBrk="0" hangingPunct="1">
        <a:lnSpc>
          <a:spcPct val="120000"/>
        </a:lnSpc>
        <a:spcBef>
          <a:spcPts val="1000"/>
        </a:spcBef>
        <a:buClr>
          <a:srgbClr val="B1C800"/>
        </a:buClr>
        <a:buFont typeface="Calibri" panose="020F0502020204030204" pitchFamily="34" charset="0"/>
        <a:buChar char="▪"/>
        <a:defRPr sz="2400" kern="1200">
          <a:solidFill>
            <a:srgbClr val="373737"/>
          </a:solidFill>
          <a:latin typeface="+mn-lt"/>
          <a:ea typeface="+mn-ea"/>
          <a:cs typeface="+mn-cs"/>
        </a:defRPr>
      </a:lvl1pPr>
      <a:lvl2pPr marL="504000" indent="-216000" algn="l" defTabSz="914400" rtl="0" eaLnBrk="1" latinLnBrk="0" hangingPunct="1">
        <a:lnSpc>
          <a:spcPct val="120000"/>
        </a:lnSpc>
        <a:spcBef>
          <a:spcPts val="500"/>
        </a:spcBef>
        <a:buClr>
          <a:srgbClr val="B1C800"/>
        </a:buClr>
        <a:buSzPct val="100000"/>
        <a:buFont typeface="Calibri" panose="020F0502020204030204" pitchFamily="34" charset="0"/>
        <a:buChar char="−"/>
        <a:defRPr sz="2200" i="1" kern="1200">
          <a:solidFill>
            <a:srgbClr val="373737"/>
          </a:solidFill>
          <a:latin typeface="+mn-lt"/>
          <a:ea typeface="+mn-ea"/>
          <a:cs typeface="+mn-cs"/>
        </a:defRPr>
      </a:lvl2pPr>
      <a:lvl3pPr marL="738000" indent="-216000" algn="l" defTabSz="914400" rtl="0" eaLnBrk="1" latinLnBrk="0" hangingPunct="1">
        <a:lnSpc>
          <a:spcPct val="120000"/>
        </a:lnSpc>
        <a:spcBef>
          <a:spcPts val="500"/>
        </a:spcBef>
        <a:buClr>
          <a:srgbClr val="B1C800"/>
        </a:buClr>
        <a:buSzPct val="100000"/>
        <a:buFont typeface="Calibri" panose="020F0502020204030204" pitchFamily="34" charset="0"/>
        <a:buChar char="−"/>
        <a:defRPr sz="2000" i="1" kern="1200">
          <a:solidFill>
            <a:srgbClr val="373737"/>
          </a:solidFill>
          <a:latin typeface="+mn-lt"/>
          <a:ea typeface="+mn-ea"/>
          <a:cs typeface="+mn-cs"/>
        </a:defRPr>
      </a:lvl3pPr>
      <a:lvl4pPr marL="972000" marR="0" indent="-216000" algn="l" defTabSz="914400" rtl="0" eaLnBrk="1" fontAlgn="auto" latinLnBrk="0" hangingPunct="1">
        <a:lnSpc>
          <a:spcPct val="120000"/>
        </a:lnSpc>
        <a:spcBef>
          <a:spcPts val="500"/>
        </a:spcBef>
        <a:spcAft>
          <a:spcPts val="0"/>
        </a:spcAft>
        <a:buClr>
          <a:srgbClr val="B1C800"/>
        </a:buClr>
        <a:buSzTx/>
        <a:buFont typeface="Calibri" panose="020F0502020204030204" pitchFamily="34" charset="0"/>
        <a:buChar char="─"/>
        <a:tabLst/>
        <a:defRPr sz="1800" i="1" kern="1200">
          <a:solidFill>
            <a:schemeClr val="tx1"/>
          </a:solidFill>
          <a:latin typeface="+mn-lt"/>
          <a:ea typeface="+mn-ea"/>
          <a:cs typeface="+mn-cs"/>
        </a:defRPr>
      </a:lvl4pPr>
      <a:lvl5pPr marL="1206000" indent="-216000" algn="l" defTabSz="914400" rtl="0" eaLnBrk="1" latinLnBrk="0" hangingPunct="1">
        <a:lnSpc>
          <a:spcPct val="120000"/>
        </a:lnSpc>
        <a:spcBef>
          <a:spcPts val="500"/>
        </a:spcBef>
        <a:buClr>
          <a:srgbClr val="B1C800"/>
        </a:buClr>
        <a:buFont typeface="Calibri" panose="020F0502020204030204" pitchFamily="34" charset="0"/>
        <a:buChar char="─"/>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6617802-B3AD-3EDB-844D-495F1D1C6513}"/>
              </a:ext>
            </a:extLst>
          </p:cNvPr>
          <p:cNvSpPr>
            <a:spLocks noGrp="1"/>
          </p:cNvSpPr>
          <p:nvPr>
            <p:ph type="ctrTitle"/>
          </p:nvPr>
        </p:nvSpPr>
        <p:spPr>
          <a:xfrm>
            <a:off x="1522800" y="2237898"/>
            <a:ext cx="9144000" cy="720000"/>
          </a:xfrm>
        </p:spPr>
        <p:txBody>
          <a:bodyPr/>
          <a:lstStyle/>
          <a:p>
            <a:r>
              <a:rPr lang="de-DE" dirty="0" err="1"/>
              <a:t>Assessing</a:t>
            </a:r>
            <a:r>
              <a:rPr lang="de-DE" dirty="0"/>
              <a:t> and </a:t>
            </a:r>
            <a:r>
              <a:rPr lang="de-DE" dirty="0" err="1"/>
              <a:t>Quantifying</a:t>
            </a:r>
            <a:r>
              <a:rPr lang="de-DE" dirty="0"/>
              <a:t> Stressors</a:t>
            </a:r>
            <a:endParaRPr lang="en-US" dirty="0"/>
          </a:p>
        </p:txBody>
      </p:sp>
      <p:sp>
        <p:nvSpPr>
          <p:cNvPr id="10" name="Text Placeholder 2">
            <a:extLst>
              <a:ext uri="{FF2B5EF4-FFF2-40B4-BE49-F238E27FC236}">
                <a16:creationId xmlns:a16="http://schemas.microsoft.com/office/drawing/2014/main" id="{05B0AB60-9373-D4B0-3AC4-562CD4CA6E11}"/>
              </a:ext>
            </a:extLst>
          </p:cNvPr>
          <p:cNvSpPr>
            <a:spLocks noGrp="1"/>
          </p:cNvSpPr>
          <p:nvPr>
            <p:ph type="body" sz="quarter" idx="12"/>
          </p:nvPr>
        </p:nvSpPr>
        <p:spPr>
          <a:xfrm>
            <a:off x="1522801" y="3069001"/>
            <a:ext cx="9144000" cy="2417762"/>
          </a:xfrm>
        </p:spPr>
        <p:txBody>
          <a:bodyPr/>
          <a:lstStyle/>
          <a:p>
            <a:r>
              <a:rPr lang="de-DE" dirty="0"/>
              <a:t>Workshop on </a:t>
            </a:r>
            <a:r>
              <a:rPr lang="de-DE" dirty="0" err="1"/>
              <a:t>resilience</a:t>
            </a:r>
            <a:r>
              <a:rPr lang="de-DE" dirty="0"/>
              <a:t> </a:t>
            </a:r>
            <a:r>
              <a:rPr lang="de-DE" dirty="0" err="1"/>
              <a:t>quantification</a:t>
            </a:r>
            <a:r>
              <a:rPr lang="de-DE" dirty="0"/>
              <a:t> in </a:t>
            </a:r>
            <a:r>
              <a:rPr lang="de-DE" dirty="0" err="1"/>
              <a:t>humans</a:t>
            </a:r>
            <a:r>
              <a:rPr lang="de-DE" dirty="0"/>
              <a:t>,</a:t>
            </a:r>
          </a:p>
          <a:p>
            <a:r>
              <a:rPr lang="de-DE" dirty="0"/>
              <a:t>11th Resilience Symposium, Mainz</a:t>
            </a:r>
            <a:endParaRPr lang="en-US" dirty="0"/>
          </a:p>
        </p:txBody>
      </p:sp>
      <p:sp>
        <p:nvSpPr>
          <p:cNvPr id="12" name="Text Placeholder 3">
            <a:extLst>
              <a:ext uri="{FF2B5EF4-FFF2-40B4-BE49-F238E27FC236}">
                <a16:creationId xmlns:a16="http://schemas.microsoft.com/office/drawing/2014/main" id="{1DE4F526-6324-9EF2-3C8B-6F439D375620}"/>
              </a:ext>
            </a:extLst>
          </p:cNvPr>
          <p:cNvSpPr>
            <a:spLocks noGrp="1"/>
          </p:cNvSpPr>
          <p:nvPr>
            <p:ph type="body" sz="quarter" idx="13"/>
          </p:nvPr>
        </p:nvSpPr>
        <p:spPr>
          <a:xfrm>
            <a:off x="425450" y="6121400"/>
            <a:ext cx="11341100" cy="736600"/>
          </a:xfrm>
        </p:spPr>
        <p:txBody>
          <a:bodyPr/>
          <a:lstStyle/>
          <a:p>
            <a:r>
              <a:rPr lang="de-DE" dirty="0"/>
              <a:t>Matthias </a:t>
            </a:r>
            <a:r>
              <a:rPr lang="de-DE" dirty="0" err="1"/>
              <a:t>Zerban</a:t>
            </a:r>
            <a:r>
              <a:rPr lang="de-DE" dirty="0"/>
              <a:t> </a:t>
            </a:r>
            <a:r>
              <a:rPr lang="en-GB" dirty="0"/>
              <a:t>&amp; Papoula Petri-Rom</a:t>
            </a:r>
            <a:r>
              <a:rPr lang="pt-BR" dirty="0"/>
              <a:t>ão</a:t>
            </a:r>
            <a:endParaRPr lang="en-US" dirty="0"/>
          </a:p>
        </p:txBody>
      </p:sp>
    </p:spTree>
    <p:extLst>
      <p:ext uri="{BB962C8B-B14F-4D97-AF65-F5344CB8AC3E}">
        <p14:creationId xmlns:p14="http://schemas.microsoft.com/office/powerpoint/2010/main" val="3706164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A8937-EE23-110F-B5D5-B7398553BDF6}"/>
              </a:ext>
            </a:extLst>
          </p:cNvPr>
          <p:cNvSpPr>
            <a:spLocks noGrp="1"/>
          </p:cNvSpPr>
          <p:nvPr>
            <p:ph type="ctrTitle"/>
          </p:nvPr>
        </p:nvSpPr>
        <p:spPr/>
        <p:txBody>
          <a:bodyPr/>
          <a:lstStyle/>
          <a:p>
            <a:r>
              <a:rPr lang="pt-BR" sz="4800" dirty="0"/>
              <a:t>Measuring stressors in your studies</a:t>
            </a:r>
            <a:endParaRPr lang="en-GB" sz="4800" dirty="0"/>
          </a:p>
        </p:txBody>
      </p:sp>
      <p:sp>
        <p:nvSpPr>
          <p:cNvPr id="3" name="Subtitle 2">
            <a:extLst>
              <a:ext uri="{FF2B5EF4-FFF2-40B4-BE49-F238E27FC236}">
                <a16:creationId xmlns:a16="http://schemas.microsoft.com/office/drawing/2014/main" id="{1B3D7219-8FAC-9DE3-E4F5-3F787B172DD2}"/>
              </a:ext>
            </a:extLst>
          </p:cNvPr>
          <p:cNvSpPr>
            <a:spLocks noGrp="1"/>
          </p:cNvSpPr>
          <p:nvPr>
            <p:ph type="subTitle" idx="1"/>
          </p:nvPr>
        </p:nvSpPr>
        <p:spPr/>
        <p:txBody>
          <a:bodyPr/>
          <a:lstStyle/>
          <a:p>
            <a:r>
              <a:rPr lang="pt-BR" dirty="0"/>
              <a:t>Adapting existing measures, creating new items, recoding old variables</a:t>
            </a:r>
            <a:endParaRPr lang="en-GB" dirty="0"/>
          </a:p>
        </p:txBody>
      </p:sp>
    </p:spTree>
    <p:extLst>
      <p:ext uri="{BB962C8B-B14F-4D97-AF65-F5344CB8AC3E}">
        <p14:creationId xmlns:p14="http://schemas.microsoft.com/office/powerpoint/2010/main" val="4244656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3E0B-A2B0-519F-E275-84938AFBA06D}"/>
              </a:ext>
            </a:extLst>
          </p:cNvPr>
          <p:cNvSpPr>
            <a:spLocks noGrp="1"/>
          </p:cNvSpPr>
          <p:nvPr>
            <p:ph type="title"/>
          </p:nvPr>
        </p:nvSpPr>
        <p:spPr/>
        <p:txBody>
          <a:bodyPr/>
          <a:lstStyle/>
          <a:p>
            <a:r>
              <a:rPr lang="pt-BR" dirty="0"/>
              <a:t>Designing new studies</a:t>
            </a:r>
            <a:endParaRPr lang="en-GB" dirty="0"/>
          </a:p>
        </p:txBody>
      </p:sp>
      <p:sp>
        <p:nvSpPr>
          <p:cNvPr id="3" name="Text Placeholder 2">
            <a:extLst>
              <a:ext uri="{FF2B5EF4-FFF2-40B4-BE49-F238E27FC236}">
                <a16:creationId xmlns:a16="http://schemas.microsoft.com/office/drawing/2014/main" id="{2CE76038-FE8C-E34F-7148-B45AAAA5FE70}"/>
              </a:ext>
            </a:extLst>
          </p:cNvPr>
          <p:cNvSpPr>
            <a:spLocks noGrp="1"/>
          </p:cNvSpPr>
          <p:nvPr>
            <p:ph type="body" sz="quarter" idx="11"/>
          </p:nvPr>
        </p:nvSpPr>
        <p:spPr/>
        <p:txBody>
          <a:bodyPr/>
          <a:lstStyle/>
          <a:p>
            <a:r>
              <a:rPr lang="pt-BR" dirty="0"/>
              <a:t>Identifying new stressor items</a:t>
            </a:r>
            <a:endParaRPr lang="en-GB" dirty="0"/>
          </a:p>
        </p:txBody>
      </p:sp>
      <p:sp>
        <p:nvSpPr>
          <p:cNvPr id="4" name="Content Placeholder 3">
            <a:extLst>
              <a:ext uri="{FF2B5EF4-FFF2-40B4-BE49-F238E27FC236}">
                <a16:creationId xmlns:a16="http://schemas.microsoft.com/office/drawing/2014/main" id="{58E9F4E7-462D-0BE7-3DCF-E252A15CE9A3}"/>
              </a:ext>
            </a:extLst>
          </p:cNvPr>
          <p:cNvSpPr>
            <a:spLocks noGrp="1"/>
          </p:cNvSpPr>
          <p:nvPr>
            <p:ph idx="12"/>
          </p:nvPr>
        </p:nvSpPr>
        <p:spPr/>
        <p:txBody>
          <a:bodyPr/>
          <a:lstStyle/>
          <a:p>
            <a:r>
              <a:rPr lang="pt-BR" dirty="0"/>
              <a:t> In several studies we adapted measures to suit the population</a:t>
            </a:r>
          </a:p>
          <a:p>
            <a:pPr lvl="1"/>
            <a:r>
              <a:rPr lang="pt-BR" dirty="0"/>
              <a:t>DynaMORE</a:t>
            </a:r>
          </a:p>
          <a:p>
            <a:pPr lvl="2"/>
            <a:r>
              <a:rPr lang="pt-BR" dirty="0"/>
              <a:t>Pandemic-specific stressors</a:t>
            </a:r>
          </a:p>
          <a:p>
            <a:pPr lvl="2"/>
            <a:r>
              <a:rPr lang="pt-BR" dirty="0"/>
              <a:t>Terrorism or war related items</a:t>
            </a:r>
          </a:p>
          <a:p>
            <a:pPr lvl="1"/>
            <a:r>
              <a:rPr lang="pt-BR" dirty="0"/>
              <a:t>RESPOND</a:t>
            </a:r>
          </a:p>
          <a:p>
            <a:pPr lvl="2"/>
            <a:r>
              <a:rPr lang="pt-BR" dirty="0"/>
              <a:t>Migrant workers</a:t>
            </a:r>
          </a:p>
          <a:p>
            <a:pPr lvl="2"/>
            <a:r>
              <a:rPr lang="pt-BR" dirty="0"/>
              <a:t>Health care workers</a:t>
            </a:r>
            <a:endParaRPr lang="en-GB" dirty="0"/>
          </a:p>
        </p:txBody>
      </p:sp>
    </p:spTree>
    <p:extLst>
      <p:ext uri="{BB962C8B-B14F-4D97-AF65-F5344CB8AC3E}">
        <p14:creationId xmlns:p14="http://schemas.microsoft.com/office/powerpoint/2010/main" val="149401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3E0B-A2B0-519F-E275-84938AFBA06D}"/>
              </a:ext>
            </a:extLst>
          </p:cNvPr>
          <p:cNvSpPr>
            <a:spLocks noGrp="1"/>
          </p:cNvSpPr>
          <p:nvPr>
            <p:ph type="title"/>
          </p:nvPr>
        </p:nvSpPr>
        <p:spPr/>
        <p:txBody>
          <a:bodyPr/>
          <a:lstStyle/>
          <a:p>
            <a:r>
              <a:rPr lang="pt-BR" dirty="0"/>
              <a:t>Designing new studies</a:t>
            </a:r>
            <a:endParaRPr lang="en-GB" dirty="0"/>
          </a:p>
        </p:txBody>
      </p:sp>
      <p:sp>
        <p:nvSpPr>
          <p:cNvPr id="3" name="Text Placeholder 2">
            <a:extLst>
              <a:ext uri="{FF2B5EF4-FFF2-40B4-BE49-F238E27FC236}">
                <a16:creationId xmlns:a16="http://schemas.microsoft.com/office/drawing/2014/main" id="{2CE76038-FE8C-E34F-7148-B45AAAA5FE70}"/>
              </a:ext>
            </a:extLst>
          </p:cNvPr>
          <p:cNvSpPr>
            <a:spLocks noGrp="1"/>
          </p:cNvSpPr>
          <p:nvPr>
            <p:ph type="body" sz="quarter" idx="11"/>
          </p:nvPr>
        </p:nvSpPr>
        <p:spPr/>
        <p:txBody>
          <a:bodyPr/>
          <a:lstStyle/>
          <a:p>
            <a:r>
              <a:rPr lang="pt-BR" dirty="0"/>
              <a:t>Steps to identify relevant stressor items</a:t>
            </a:r>
            <a:endParaRPr lang="en-GB" dirty="0"/>
          </a:p>
        </p:txBody>
      </p:sp>
      <p:sp>
        <p:nvSpPr>
          <p:cNvPr id="4" name="Content Placeholder 3">
            <a:extLst>
              <a:ext uri="{FF2B5EF4-FFF2-40B4-BE49-F238E27FC236}">
                <a16:creationId xmlns:a16="http://schemas.microsoft.com/office/drawing/2014/main" id="{58E9F4E7-462D-0BE7-3DCF-E252A15CE9A3}"/>
              </a:ext>
            </a:extLst>
          </p:cNvPr>
          <p:cNvSpPr>
            <a:spLocks noGrp="1"/>
          </p:cNvSpPr>
          <p:nvPr>
            <p:ph idx="12"/>
          </p:nvPr>
        </p:nvSpPr>
        <p:spPr/>
        <p:txBody>
          <a:bodyPr>
            <a:normAutofit/>
          </a:bodyPr>
          <a:lstStyle/>
          <a:p>
            <a:r>
              <a:rPr lang="pt-BR" sz="2600" dirty="0"/>
              <a:t> In RESPOND new items were identified through qualitative interviews</a:t>
            </a:r>
          </a:p>
          <a:p>
            <a:pPr lvl="1"/>
            <a:r>
              <a:rPr lang="pt-BR" sz="2600" dirty="0"/>
              <a:t> Iterative process with researchers to narrow down most important items</a:t>
            </a:r>
          </a:p>
          <a:p>
            <a:pPr lvl="1"/>
            <a:r>
              <a:rPr lang="pt-BR" sz="2600" dirty="0"/>
              <a:t>Motivation to reduce items to decrease burden on participant</a:t>
            </a:r>
          </a:p>
          <a:p>
            <a:r>
              <a:rPr lang="pt-BR" sz="2600" dirty="0"/>
              <a:t>In DynaMORE and other studies items were identified by researchers</a:t>
            </a:r>
          </a:p>
          <a:p>
            <a:pPr lvl="1"/>
            <a:r>
              <a:rPr lang="pt-BR" sz="2600" dirty="0"/>
              <a:t>Through discussion and subject knowledge</a:t>
            </a:r>
          </a:p>
          <a:p>
            <a:pPr lvl="1"/>
            <a:r>
              <a:rPr lang="en-GB" sz="2600" dirty="0"/>
              <a:t>Literature on target population</a:t>
            </a:r>
          </a:p>
          <a:p>
            <a:r>
              <a:rPr lang="en-GB" sz="2800" dirty="0"/>
              <a:t>Also consider existing measures (such as Life event list and MIMIS)</a:t>
            </a:r>
          </a:p>
          <a:p>
            <a:pPr lvl="1"/>
            <a:endParaRPr lang="en-GB" dirty="0"/>
          </a:p>
        </p:txBody>
      </p:sp>
    </p:spTree>
    <p:extLst>
      <p:ext uri="{BB962C8B-B14F-4D97-AF65-F5344CB8AC3E}">
        <p14:creationId xmlns:p14="http://schemas.microsoft.com/office/powerpoint/2010/main" val="1884942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FEBDA-5A76-E94A-7FAD-3D2CDCCD7EB7}"/>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C8AF7741-DD3A-78FD-0626-3FD5F3F5575B}"/>
              </a:ext>
            </a:extLst>
          </p:cNvPr>
          <p:cNvSpPr>
            <a:spLocks noGrp="1"/>
          </p:cNvSpPr>
          <p:nvPr>
            <p:ph type="body" sz="quarter" idx="11"/>
          </p:nvPr>
        </p:nvSpPr>
        <p:spPr/>
        <p:txBody>
          <a:bodyPr/>
          <a:lstStyle/>
          <a:p>
            <a:r>
              <a:rPr lang="en-GB" dirty="0"/>
              <a:t>RESPOND population specific stressors</a:t>
            </a:r>
          </a:p>
        </p:txBody>
      </p:sp>
      <p:graphicFrame>
        <p:nvGraphicFramePr>
          <p:cNvPr id="7" name="Content Placeholder 6">
            <a:extLst>
              <a:ext uri="{FF2B5EF4-FFF2-40B4-BE49-F238E27FC236}">
                <a16:creationId xmlns:a16="http://schemas.microsoft.com/office/drawing/2014/main" id="{CB78CB00-75B5-965A-A70A-C8FD5BC31EC0}"/>
              </a:ext>
            </a:extLst>
          </p:cNvPr>
          <p:cNvGraphicFramePr>
            <a:graphicFrameLocks noGrp="1"/>
          </p:cNvGraphicFramePr>
          <p:nvPr>
            <p:ph idx="12"/>
            <p:extLst>
              <p:ext uri="{D42A27DB-BD31-4B8C-83A1-F6EECF244321}">
                <p14:modId xmlns:p14="http://schemas.microsoft.com/office/powerpoint/2010/main" val="1447213863"/>
              </p:ext>
            </p:extLst>
          </p:nvPr>
        </p:nvGraphicFramePr>
        <p:xfrm>
          <a:off x="405384" y="3820757"/>
          <a:ext cx="5033936" cy="2194560"/>
        </p:xfrm>
        <a:graphic>
          <a:graphicData uri="http://schemas.openxmlformats.org/drawingml/2006/table">
            <a:tbl>
              <a:tblPr firstRow="1" bandRow="1" bandCol="1">
                <a:tableStyleId>{68D230F3-CF80-4859-8CE7-A43EE81993B5}</a:tableStyleId>
              </a:tblPr>
              <a:tblGrid>
                <a:gridCol w="667657">
                  <a:extLst>
                    <a:ext uri="{9D8B030D-6E8A-4147-A177-3AD203B41FA5}">
                      <a16:colId xmlns:a16="http://schemas.microsoft.com/office/drawing/2014/main" val="2508730666"/>
                    </a:ext>
                  </a:extLst>
                </a:gridCol>
                <a:gridCol w="4366279">
                  <a:extLst>
                    <a:ext uri="{9D8B030D-6E8A-4147-A177-3AD203B41FA5}">
                      <a16:colId xmlns:a16="http://schemas.microsoft.com/office/drawing/2014/main" val="3758070823"/>
                    </a:ext>
                  </a:extLst>
                </a:gridCol>
              </a:tblGrid>
              <a:tr h="0">
                <a:tc>
                  <a:txBody>
                    <a:bodyPr/>
                    <a:lstStyle/>
                    <a:p>
                      <a:pPr algn="r">
                        <a:spcBef>
                          <a:spcPts val="180"/>
                        </a:spcBef>
                        <a:spcAft>
                          <a:spcPts val="180"/>
                        </a:spcAft>
                      </a:pPr>
                      <a:r>
                        <a:rPr lang="en-US" sz="1800" dirty="0">
                          <a:effectLst/>
                        </a:rPr>
                        <a:t>Item</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spcBef>
                          <a:spcPts val="180"/>
                        </a:spcBef>
                        <a:spcAft>
                          <a:spcPts val="180"/>
                        </a:spcAft>
                      </a:pPr>
                      <a:r>
                        <a:rPr lang="en-US" sz="1800">
                          <a:effectLst/>
                        </a:rPr>
                        <a:t>Question</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415526499"/>
                  </a:ext>
                </a:extLst>
              </a:tr>
              <a:tr h="0">
                <a:tc>
                  <a:txBody>
                    <a:bodyPr/>
                    <a:lstStyle/>
                    <a:p>
                      <a:pPr algn="r">
                        <a:spcBef>
                          <a:spcPts val="180"/>
                        </a:spcBef>
                        <a:spcAft>
                          <a:spcPts val="180"/>
                        </a:spcAft>
                      </a:pPr>
                      <a:r>
                        <a:rPr lang="en-US" sz="1800" dirty="0">
                          <a:effectLst/>
                        </a:rPr>
                        <a:t>EH_1</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Bef>
                          <a:spcPts val="180"/>
                        </a:spcBef>
                        <a:spcAft>
                          <a:spcPts val="180"/>
                        </a:spcAft>
                      </a:pPr>
                      <a:r>
                        <a:rPr lang="en-US" sz="1800" dirty="0">
                          <a:effectLst/>
                        </a:rPr>
                        <a:t>Patients under your care have died due to COVID-19</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09841491"/>
                  </a:ext>
                </a:extLst>
              </a:tr>
              <a:tr h="0">
                <a:tc>
                  <a:txBody>
                    <a:bodyPr/>
                    <a:lstStyle/>
                    <a:p>
                      <a:pPr algn="r">
                        <a:spcBef>
                          <a:spcPts val="180"/>
                        </a:spcBef>
                        <a:spcAft>
                          <a:spcPts val="180"/>
                        </a:spcAft>
                      </a:pPr>
                      <a:r>
                        <a:rPr lang="en-US" sz="1800">
                          <a:effectLst/>
                        </a:rPr>
                        <a:t>EH_2</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Bef>
                          <a:spcPts val="180"/>
                        </a:spcBef>
                        <a:spcAft>
                          <a:spcPts val="180"/>
                        </a:spcAft>
                      </a:pPr>
                      <a:r>
                        <a:rPr lang="en-US" sz="1800" dirty="0">
                          <a:effectLst/>
                        </a:rPr>
                        <a:t>People you know have been hospitalized due to COVID-19</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87272788"/>
                  </a:ext>
                </a:extLst>
              </a:tr>
              <a:tr h="0">
                <a:tc>
                  <a:txBody>
                    <a:bodyPr/>
                    <a:lstStyle/>
                    <a:p>
                      <a:pPr algn="r">
                        <a:spcBef>
                          <a:spcPts val="180"/>
                        </a:spcBef>
                        <a:spcAft>
                          <a:spcPts val="180"/>
                        </a:spcAft>
                      </a:pPr>
                      <a:r>
                        <a:rPr lang="en-US" sz="1800">
                          <a:effectLst/>
                        </a:rPr>
                        <a:t>EH_3</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Bef>
                          <a:spcPts val="180"/>
                        </a:spcBef>
                        <a:spcAft>
                          <a:spcPts val="180"/>
                        </a:spcAft>
                      </a:pPr>
                      <a:r>
                        <a:rPr lang="en-US" sz="1800" dirty="0">
                          <a:effectLst/>
                        </a:rPr>
                        <a:t>Change in duties or unclear duties and protocols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65478455"/>
                  </a:ext>
                </a:extLst>
              </a:tr>
              <a:tr h="51435">
                <a:tc>
                  <a:txBody>
                    <a:bodyPr/>
                    <a:lstStyle/>
                    <a:p>
                      <a:pPr algn="r">
                        <a:spcBef>
                          <a:spcPts val="180"/>
                        </a:spcBef>
                        <a:spcAft>
                          <a:spcPts val="180"/>
                        </a:spcAft>
                      </a:pPr>
                      <a:r>
                        <a:rPr lang="en-US" sz="1800" dirty="0">
                          <a:effectLst/>
                        </a:rPr>
                        <a:t>EH_4</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Bef>
                          <a:spcPts val="180"/>
                        </a:spcBef>
                        <a:spcAft>
                          <a:spcPts val="180"/>
                        </a:spcAft>
                      </a:pPr>
                      <a:r>
                        <a:rPr lang="en-US" sz="1800" dirty="0">
                          <a:effectLst/>
                        </a:rPr>
                        <a:t>Difficulty combining social life with work</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6651667"/>
                  </a:ext>
                </a:extLst>
              </a:tr>
            </a:tbl>
          </a:graphicData>
        </a:graphic>
      </p:graphicFrame>
      <p:sp>
        <p:nvSpPr>
          <p:cNvPr id="8" name="Rectangle 2">
            <a:extLst>
              <a:ext uri="{FF2B5EF4-FFF2-40B4-BE49-F238E27FC236}">
                <a16:creationId xmlns:a16="http://schemas.microsoft.com/office/drawing/2014/main" id="{7856881B-3E9F-4B0D-E39D-A75506CC0339}"/>
              </a:ext>
            </a:extLst>
          </p:cNvPr>
          <p:cNvSpPr>
            <a:spLocks noChangeArrowheads="1"/>
          </p:cNvSpPr>
          <p:nvPr/>
        </p:nvSpPr>
        <p:spPr bwMode="auto">
          <a:xfrm>
            <a:off x="332015" y="1951672"/>
            <a:ext cx="66675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We would like to ask you about annoyances and hassles as may occur in daily life. The list below contains possible situations. Please only consider the last 14 days including today. Please read each item on the list and consider if it happened to you: ([0-3] ‘did not happen/almost never’ ‘sometimes ‘often’ to ‘(nearly) every day’)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graphicFrame>
        <p:nvGraphicFramePr>
          <p:cNvPr id="11" name="Table 10">
            <a:extLst>
              <a:ext uri="{FF2B5EF4-FFF2-40B4-BE49-F238E27FC236}">
                <a16:creationId xmlns:a16="http://schemas.microsoft.com/office/drawing/2014/main" id="{5F1A175C-DFC8-0816-8C21-AC56F2DDAB59}"/>
              </a:ext>
            </a:extLst>
          </p:cNvPr>
          <p:cNvGraphicFramePr>
            <a:graphicFrameLocks noGrp="1"/>
          </p:cNvGraphicFramePr>
          <p:nvPr>
            <p:extLst>
              <p:ext uri="{D42A27DB-BD31-4B8C-83A1-F6EECF244321}">
                <p14:modId xmlns:p14="http://schemas.microsoft.com/office/powerpoint/2010/main" val="3990482008"/>
              </p:ext>
            </p:extLst>
          </p:nvPr>
        </p:nvGraphicFramePr>
        <p:xfrm>
          <a:off x="6999515" y="2541257"/>
          <a:ext cx="4550228" cy="3566160"/>
        </p:xfrm>
        <a:graphic>
          <a:graphicData uri="http://schemas.openxmlformats.org/drawingml/2006/table">
            <a:tbl>
              <a:tblPr firstRow="1" firstCol="1" bandRow="1">
                <a:tableStyleId>{68D230F3-CF80-4859-8CE7-A43EE81993B5}</a:tableStyleId>
              </a:tblPr>
              <a:tblGrid>
                <a:gridCol w="659874">
                  <a:extLst>
                    <a:ext uri="{9D8B030D-6E8A-4147-A177-3AD203B41FA5}">
                      <a16:colId xmlns:a16="http://schemas.microsoft.com/office/drawing/2014/main" val="1704967840"/>
                    </a:ext>
                  </a:extLst>
                </a:gridCol>
                <a:gridCol w="3890354">
                  <a:extLst>
                    <a:ext uri="{9D8B030D-6E8A-4147-A177-3AD203B41FA5}">
                      <a16:colId xmlns:a16="http://schemas.microsoft.com/office/drawing/2014/main" val="1097267214"/>
                    </a:ext>
                  </a:extLst>
                </a:gridCol>
              </a:tblGrid>
              <a:tr h="158735">
                <a:tc>
                  <a:txBody>
                    <a:bodyPr/>
                    <a:lstStyle/>
                    <a:p>
                      <a:pPr>
                        <a:spcAft>
                          <a:spcPts val="1000"/>
                        </a:spcAft>
                      </a:pPr>
                      <a:r>
                        <a:rPr lang="en-US" sz="1800">
                          <a:effectLst/>
                        </a:rPr>
                        <a:t>Item</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1000"/>
                        </a:spcAft>
                      </a:pPr>
                      <a:r>
                        <a:rPr lang="en-US" sz="1800">
                          <a:effectLst/>
                        </a:rPr>
                        <a:t>Question</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5024462"/>
                  </a:ext>
                </a:extLst>
              </a:tr>
              <a:tr h="158735">
                <a:tc>
                  <a:txBody>
                    <a:bodyPr/>
                    <a:lstStyle/>
                    <a:p>
                      <a:pPr>
                        <a:spcAft>
                          <a:spcPts val="1000"/>
                        </a:spcAft>
                      </a:pPr>
                      <a:r>
                        <a:rPr lang="en-US" sz="1800">
                          <a:effectLst/>
                        </a:rPr>
                        <a:t>EV_1</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1000"/>
                        </a:spcAft>
                      </a:pPr>
                      <a:r>
                        <a:rPr lang="en-US" sz="1800">
                          <a:effectLst/>
                        </a:rPr>
                        <a:t>Problems related to housing</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911064"/>
                  </a:ext>
                </a:extLst>
              </a:tr>
              <a:tr h="158735">
                <a:tc>
                  <a:txBody>
                    <a:bodyPr/>
                    <a:lstStyle/>
                    <a:p>
                      <a:pPr>
                        <a:spcAft>
                          <a:spcPts val="1000"/>
                        </a:spcAft>
                      </a:pPr>
                      <a:r>
                        <a:rPr lang="en-US" sz="1800">
                          <a:effectLst/>
                        </a:rPr>
                        <a:t>EV_2</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1000"/>
                        </a:spcAft>
                      </a:pPr>
                      <a:r>
                        <a:rPr lang="en-US" sz="1800" dirty="0">
                          <a:effectLst/>
                        </a:rPr>
                        <a:t>Problems related to legal issues, for example related to tax, immigration or residence permits</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30250489"/>
                  </a:ext>
                </a:extLst>
              </a:tr>
              <a:tr h="158735">
                <a:tc>
                  <a:txBody>
                    <a:bodyPr/>
                    <a:lstStyle/>
                    <a:p>
                      <a:pPr>
                        <a:spcAft>
                          <a:spcPts val="1000"/>
                        </a:spcAft>
                      </a:pPr>
                      <a:r>
                        <a:rPr lang="en-US" sz="1800">
                          <a:effectLst/>
                        </a:rPr>
                        <a:t>EV_3</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1000"/>
                        </a:spcAft>
                      </a:pPr>
                      <a:r>
                        <a:rPr lang="en-US" sz="1800">
                          <a:effectLst/>
                        </a:rPr>
                        <a:t>Lack of access to services (for example: health services, etc.)</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4445913"/>
                  </a:ext>
                </a:extLst>
              </a:tr>
              <a:tr h="158735">
                <a:tc>
                  <a:txBody>
                    <a:bodyPr/>
                    <a:lstStyle/>
                    <a:p>
                      <a:pPr>
                        <a:spcAft>
                          <a:spcPts val="1000"/>
                        </a:spcAft>
                      </a:pPr>
                      <a:r>
                        <a:rPr lang="en-US" sz="1800" dirty="0">
                          <a:effectLst/>
                        </a:rPr>
                        <a:t>EV_4</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1000"/>
                        </a:spcAft>
                      </a:pPr>
                      <a:r>
                        <a:rPr lang="en-US" sz="1800">
                          <a:effectLst/>
                        </a:rPr>
                        <a:t>Discrimination or racism</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8044557"/>
                  </a:ext>
                </a:extLst>
              </a:tr>
              <a:tr h="158735">
                <a:tc>
                  <a:txBody>
                    <a:bodyPr/>
                    <a:lstStyle/>
                    <a:p>
                      <a:pPr>
                        <a:spcAft>
                          <a:spcPts val="1000"/>
                        </a:spcAft>
                      </a:pPr>
                      <a:r>
                        <a:rPr lang="en-US" sz="1800">
                          <a:effectLst/>
                        </a:rPr>
                        <a:t>EV_5</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1000"/>
                        </a:spcAft>
                      </a:pPr>
                      <a:r>
                        <a:rPr lang="en-US" sz="1800">
                          <a:effectLst/>
                        </a:rPr>
                        <a:t>Problems relating to language</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98714752"/>
                  </a:ext>
                </a:extLst>
              </a:tr>
              <a:tr h="158735">
                <a:tc>
                  <a:txBody>
                    <a:bodyPr/>
                    <a:lstStyle/>
                    <a:p>
                      <a:pPr>
                        <a:spcAft>
                          <a:spcPts val="1000"/>
                        </a:spcAft>
                      </a:pPr>
                      <a:r>
                        <a:rPr lang="en-US" sz="1800">
                          <a:effectLst/>
                        </a:rPr>
                        <a:t>EV_6</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1000"/>
                        </a:spcAft>
                      </a:pPr>
                      <a:r>
                        <a:rPr lang="en-US" sz="1800" dirty="0">
                          <a:effectLst/>
                        </a:rPr>
                        <a:t>Inability to see family or close ones</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6371489"/>
                  </a:ext>
                </a:extLst>
              </a:tr>
              <a:tr h="158735">
                <a:tc>
                  <a:txBody>
                    <a:bodyPr/>
                    <a:lstStyle/>
                    <a:p>
                      <a:pPr>
                        <a:spcAft>
                          <a:spcPts val="1000"/>
                        </a:spcAft>
                      </a:pPr>
                      <a:r>
                        <a:rPr lang="en-US" sz="1800">
                          <a:effectLst/>
                        </a:rPr>
                        <a:t>EV_7</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1000"/>
                        </a:spcAft>
                      </a:pPr>
                      <a:r>
                        <a:rPr lang="en-US" sz="1800">
                          <a:effectLst/>
                        </a:rPr>
                        <a:t>Inability to travel abroad</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04153726"/>
                  </a:ext>
                </a:extLst>
              </a:tr>
              <a:tr h="158735">
                <a:tc>
                  <a:txBody>
                    <a:bodyPr/>
                    <a:lstStyle/>
                    <a:p>
                      <a:pPr>
                        <a:spcAft>
                          <a:spcPts val="1000"/>
                        </a:spcAft>
                      </a:pPr>
                      <a:r>
                        <a:rPr lang="en-US" sz="1800">
                          <a:effectLst/>
                        </a:rPr>
                        <a:t>EV_8</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1000"/>
                        </a:spcAft>
                      </a:pPr>
                      <a:r>
                        <a:rPr lang="en-US" sz="1800" dirty="0">
                          <a:effectLst/>
                        </a:rPr>
                        <a:t>Being at increased risk of passing on a COVID</a:t>
                      </a:r>
                      <a:r>
                        <a:rPr lang="en-GB" sz="1800" dirty="0">
                          <a:effectLst/>
                        </a:rPr>
                        <a:t>-19</a:t>
                      </a:r>
                      <a:r>
                        <a:rPr lang="en-US" sz="1800" dirty="0">
                          <a:effectLst/>
                        </a:rPr>
                        <a:t> infection</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8581153"/>
                  </a:ext>
                </a:extLst>
              </a:tr>
            </a:tbl>
          </a:graphicData>
        </a:graphic>
      </p:graphicFrame>
    </p:spTree>
    <p:extLst>
      <p:ext uri="{BB962C8B-B14F-4D97-AF65-F5344CB8AC3E}">
        <p14:creationId xmlns:p14="http://schemas.microsoft.com/office/powerpoint/2010/main" val="3476241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3E0B-A2B0-519F-E275-84938AFBA06D}"/>
              </a:ext>
            </a:extLst>
          </p:cNvPr>
          <p:cNvSpPr>
            <a:spLocks noGrp="1"/>
          </p:cNvSpPr>
          <p:nvPr>
            <p:ph type="title"/>
          </p:nvPr>
        </p:nvSpPr>
        <p:spPr/>
        <p:txBody>
          <a:bodyPr/>
          <a:lstStyle/>
          <a:p>
            <a:r>
              <a:rPr lang="pt-BR" dirty="0"/>
              <a:t>Designing new studies</a:t>
            </a:r>
            <a:endParaRPr lang="en-GB" dirty="0"/>
          </a:p>
        </p:txBody>
      </p:sp>
      <p:sp>
        <p:nvSpPr>
          <p:cNvPr id="3" name="Text Placeholder 2">
            <a:extLst>
              <a:ext uri="{FF2B5EF4-FFF2-40B4-BE49-F238E27FC236}">
                <a16:creationId xmlns:a16="http://schemas.microsoft.com/office/drawing/2014/main" id="{2CE76038-FE8C-E34F-7148-B45AAAA5FE70}"/>
              </a:ext>
            </a:extLst>
          </p:cNvPr>
          <p:cNvSpPr>
            <a:spLocks noGrp="1"/>
          </p:cNvSpPr>
          <p:nvPr>
            <p:ph type="body" sz="quarter" idx="11"/>
          </p:nvPr>
        </p:nvSpPr>
        <p:spPr/>
        <p:txBody>
          <a:bodyPr/>
          <a:lstStyle/>
          <a:p>
            <a:r>
              <a:rPr lang="pt-BR" dirty="0"/>
              <a:t>Quality checks</a:t>
            </a:r>
            <a:endParaRPr lang="en-GB" dirty="0"/>
          </a:p>
        </p:txBody>
      </p:sp>
      <p:sp>
        <p:nvSpPr>
          <p:cNvPr id="4" name="Content Placeholder 3">
            <a:extLst>
              <a:ext uri="{FF2B5EF4-FFF2-40B4-BE49-F238E27FC236}">
                <a16:creationId xmlns:a16="http://schemas.microsoft.com/office/drawing/2014/main" id="{58E9F4E7-462D-0BE7-3DCF-E252A15CE9A3}"/>
              </a:ext>
            </a:extLst>
          </p:cNvPr>
          <p:cNvSpPr>
            <a:spLocks noGrp="1"/>
          </p:cNvSpPr>
          <p:nvPr>
            <p:ph idx="12"/>
          </p:nvPr>
        </p:nvSpPr>
        <p:spPr>
          <a:xfrm>
            <a:off x="431800" y="2156873"/>
            <a:ext cx="6164943" cy="3977227"/>
          </a:xfrm>
        </p:spPr>
        <p:txBody>
          <a:bodyPr>
            <a:normAutofit/>
          </a:bodyPr>
          <a:lstStyle/>
          <a:p>
            <a:r>
              <a:rPr lang="pt-BR" sz="2600" dirty="0"/>
              <a:t>Design of the study</a:t>
            </a:r>
          </a:p>
          <a:p>
            <a:pPr lvl="1"/>
            <a:r>
              <a:rPr lang="en-GB" sz="2600" dirty="0"/>
              <a:t>time between assessments and collection time period</a:t>
            </a:r>
          </a:p>
          <a:p>
            <a:pPr lvl="1"/>
            <a:r>
              <a:rPr lang="en-GB" sz="2600" dirty="0"/>
              <a:t>Burden on participants </a:t>
            </a:r>
          </a:p>
          <a:p>
            <a:r>
              <a:rPr lang="en-GB" sz="2800" dirty="0"/>
              <a:t>Correlations</a:t>
            </a:r>
          </a:p>
          <a:p>
            <a:pPr lvl="1"/>
            <a:r>
              <a:rPr lang="en-GB" sz="2600" dirty="0"/>
              <a:t>Do stressors explain an adequate amount of variance in mental health?</a:t>
            </a:r>
          </a:p>
          <a:p>
            <a:endParaRPr lang="en-GB" sz="2600" dirty="0"/>
          </a:p>
          <a:p>
            <a:pPr lvl="1"/>
            <a:endParaRPr lang="en-GB" dirty="0"/>
          </a:p>
        </p:txBody>
      </p:sp>
      <p:pic>
        <p:nvPicPr>
          <p:cNvPr id="6" name="Picture 5" descr="A chart of a graph&#10;&#10;Description automatically generated with medium confidence">
            <a:extLst>
              <a:ext uri="{FF2B5EF4-FFF2-40B4-BE49-F238E27FC236}">
                <a16:creationId xmlns:a16="http://schemas.microsoft.com/office/drawing/2014/main" id="{E3639A8E-B426-53C0-F4B9-2163836BF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1314" y="2108718"/>
            <a:ext cx="5399337" cy="3856669"/>
          </a:xfrm>
          <a:prstGeom prst="rect">
            <a:avLst/>
          </a:prstGeom>
        </p:spPr>
      </p:pic>
    </p:spTree>
    <p:extLst>
      <p:ext uri="{BB962C8B-B14F-4D97-AF65-F5344CB8AC3E}">
        <p14:creationId xmlns:p14="http://schemas.microsoft.com/office/powerpoint/2010/main" val="3203403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3E0B-A2B0-519F-E275-84938AFBA06D}"/>
              </a:ext>
            </a:extLst>
          </p:cNvPr>
          <p:cNvSpPr>
            <a:spLocks noGrp="1"/>
          </p:cNvSpPr>
          <p:nvPr>
            <p:ph type="title"/>
          </p:nvPr>
        </p:nvSpPr>
        <p:spPr/>
        <p:txBody>
          <a:bodyPr/>
          <a:lstStyle/>
          <a:p>
            <a:r>
              <a:rPr lang="pt-BR" dirty="0"/>
              <a:t>Designing new studies</a:t>
            </a:r>
            <a:endParaRPr lang="en-GB" dirty="0"/>
          </a:p>
        </p:txBody>
      </p:sp>
      <p:sp>
        <p:nvSpPr>
          <p:cNvPr id="3" name="Text Placeholder 2">
            <a:extLst>
              <a:ext uri="{FF2B5EF4-FFF2-40B4-BE49-F238E27FC236}">
                <a16:creationId xmlns:a16="http://schemas.microsoft.com/office/drawing/2014/main" id="{2CE76038-FE8C-E34F-7148-B45AAAA5FE70}"/>
              </a:ext>
            </a:extLst>
          </p:cNvPr>
          <p:cNvSpPr>
            <a:spLocks noGrp="1"/>
          </p:cNvSpPr>
          <p:nvPr>
            <p:ph type="body" sz="quarter" idx="11"/>
          </p:nvPr>
        </p:nvSpPr>
        <p:spPr/>
        <p:txBody>
          <a:bodyPr/>
          <a:lstStyle/>
          <a:p>
            <a:r>
              <a:rPr lang="pt-BR" dirty="0"/>
              <a:t>When should stressors be assessed</a:t>
            </a:r>
            <a:r>
              <a:rPr lang="en-GB" dirty="0"/>
              <a:t>?</a:t>
            </a:r>
          </a:p>
        </p:txBody>
      </p:sp>
      <p:sp>
        <p:nvSpPr>
          <p:cNvPr id="4" name="Content Placeholder 3">
            <a:extLst>
              <a:ext uri="{FF2B5EF4-FFF2-40B4-BE49-F238E27FC236}">
                <a16:creationId xmlns:a16="http://schemas.microsoft.com/office/drawing/2014/main" id="{58E9F4E7-462D-0BE7-3DCF-E252A15CE9A3}"/>
              </a:ext>
            </a:extLst>
          </p:cNvPr>
          <p:cNvSpPr>
            <a:spLocks noGrp="1"/>
          </p:cNvSpPr>
          <p:nvPr>
            <p:ph idx="12"/>
          </p:nvPr>
        </p:nvSpPr>
        <p:spPr/>
        <p:txBody>
          <a:bodyPr>
            <a:normAutofit/>
          </a:bodyPr>
          <a:lstStyle/>
          <a:p>
            <a:r>
              <a:rPr lang="en-GB" sz="2600" dirty="0"/>
              <a:t>Stressors should be included at all time points at which mental health problems are assessed. Ideally covering the same time period</a:t>
            </a:r>
          </a:p>
          <a:p>
            <a:pPr lvl="1"/>
            <a:r>
              <a:rPr lang="en-GB" sz="2400" dirty="0"/>
              <a:t>In the last week…</a:t>
            </a:r>
          </a:p>
          <a:p>
            <a:r>
              <a:rPr lang="en-GB" sz="2600" dirty="0"/>
              <a:t>Ask over short time periods (to avoid recall bias)</a:t>
            </a:r>
          </a:p>
          <a:p>
            <a:pPr lvl="1"/>
            <a:r>
              <a:rPr lang="en-GB" sz="2400" dirty="0"/>
              <a:t>Past 7 days or two weeks</a:t>
            </a:r>
          </a:p>
          <a:p>
            <a:pPr marL="54000" indent="0">
              <a:buNone/>
            </a:pPr>
            <a:endParaRPr lang="en-GB" sz="2600" dirty="0"/>
          </a:p>
          <a:p>
            <a:endParaRPr lang="en-GB" sz="2600" dirty="0"/>
          </a:p>
          <a:p>
            <a:pPr lvl="1"/>
            <a:endParaRPr lang="en-GB" dirty="0"/>
          </a:p>
        </p:txBody>
      </p:sp>
    </p:spTree>
    <p:extLst>
      <p:ext uri="{BB962C8B-B14F-4D97-AF65-F5344CB8AC3E}">
        <p14:creationId xmlns:p14="http://schemas.microsoft.com/office/powerpoint/2010/main" val="2843041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3E0B-A2B0-519F-E275-84938AFBA06D}"/>
              </a:ext>
            </a:extLst>
          </p:cNvPr>
          <p:cNvSpPr>
            <a:spLocks noGrp="1"/>
          </p:cNvSpPr>
          <p:nvPr>
            <p:ph type="title"/>
          </p:nvPr>
        </p:nvSpPr>
        <p:spPr/>
        <p:txBody>
          <a:bodyPr/>
          <a:lstStyle/>
          <a:p>
            <a:r>
              <a:rPr lang="pt-BR" dirty="0"/>
              <a:t>Using collected data</a:t>
            </a:r>
            <a:endParaRPr lang="en-GB" dirty="0"/>
          </a:p>
        </p:txBody>
      </p:sp>
      <p:sp>
        <p:nvSpPr>
          <p:cNvPr id="3" name="Text Placeholder 2">
            <a:extLst>
              <a:ext uri="{FF2B5EF4-FFF2-40B4-BE49-F238E27FC236}">
                <a16:creationId xmlns:a16="http://schemas.microsoft.com/office/drawing/2014/main" id="{2CE76038-FE8C-E34F-7148-B45AAAA5FE70}"/>
              </a:ext>
            </a:extLst>
          </p:cNvPr>
          <p:cNvSpPr>
            <a:spLocks noGrp="1"/>
          </p:cNvSpPr>
          <p:nvPr>
            <p:ph type="body" sz="quarter" idx="11"/>
          </p:nvPr>
        </p:nvSpPr>
        <p:spPr/>
        <p:txBody>
          <a:bodyPr/>
          <a:lstStyle/>
          <a:p>
            <a:r>
              <a:rPr lang="en-GB" dirty="0"/>
              <a:t>What if you already have collected data?</a:t>
            </a:r>
          </a:p>
        </p:txBody>
      </p:sp>
      <p:sp>
        <p:nvSpPr>
          <p:cNvPr id="4" name="Content Placeholder 3">
            <a:extLst>
              <a:ext uri="{FF2B5EF4-FFF2-40B4-BE49-F238E27FC236}">
                <a16:creationId xmlns:a16="http://schemas.microsoft.com/office/drawing/2014/main" id="{58E9F4E7-462D-0BE7-3DCF-E252A15CE9A3}"/>
              </a:ext>
            </a:extLst>
          </p:cNvPr>
          <p:cNvSpPr>
            <a:spLocks noGrp="1"/>
          </p:cNvSpPr>
          <p:nvPr>
            <p:ph idx="12"/>
          </p:nvPr>
        </p:nvSpPr>
        <p:spPr/>
        <p:txBody>
          <a:bodyPr>
            <a:normAutofit/>
          </a:bodyPr>
          <a:lstStyle/>
          <a:p>
            <a:r>
              <a:rPr lang="en-GB" sz="2400" dirty="0"/>
              <a:t>It is also possible to recode relevant items in existing datasets</a:t>
            </a:r>
          </a:p>
          <a:p>
            <a:r>
              <a:rPr lang="en-GB" sz="2400" dirty="0"/>
              <a:t>Steps</a:t>
            </a:r>
          </a:p>
          <a:p>
            <a:pPr lvl="1"/>
            <a:r>
              <a:rPr lang="en-GB" dirty="0"/>
              <a:t>Review codebooks carefully</a:t>
            </a:r>
          </a:p>
          <a:p>
            <a:pPr lvl="1"/>
            <a:r>
              <a:rPr lang="en-GB" dirty="0"/>
              <a:t>Compare items to existing measures and subject literature</a:t>
            </a:r>
          </a:p>
          <a:p>
            <a:pPr lvl="1"/>
            <a:r>
              <a:rPr lang="en-GB" dirty="0"/>
              <a:t>Check if recoding is feasible (occurrence or appraisal?)</a:t>
            </a:r>
          </a:p>
          <a:p>
            <a:pPr lvl="1"/>
            <a:r>
              <a:rPr lang="en-GB" dirty="0"/>
              <a:t>Build scores</a:t>
            </a:r>
          </a:p>
          <a:p>
            <a:pPr lvl="1"/>
            <a:r>
              <a:rPr lang="en-GB" dirty="0"/>
              <a:t>Quality checks</a:t>
            </a:r>
          </a:p>
          <a:p>
            <a:endParaRPr lang="en-GB" sz="2600" dirty="0"/>
          </a:p>
          <a:p>
            <a:endParaRPr lang="en-GB" sz="2600" dirty="0"/>
          </a:p>
          <a:p>
            <a:pPr lvl="1"/>
            <a:endParaRPr lang="en-GB" dirty="0"/>
          </a:p>
        </p:txBody>
      </p:sp>
    </p:spTree>
    <p:extLst>
      <p:ext uri="{BB962C8B-B14F-4D97-AF65-F5344CB8AC3E}">
        <p14:creationId xmlns:p14="http://schemas.microsoft.com/office/powerpoint/2010/main" val="3752702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D84DDD-A0BF-7D3E-AC2D-D3A3166D3AEC}"/>
              </a:ext>
            </a:extLst>
          </p:cNvPr>
          <p:cNvSpPr>
            <a:spLocks noGrp="1"/>
          </p:cNvSpPr>
          <p:nvPr>
            <p:ph sz="quarter" idx="1"/>
          </p:nvPr>
        </p:nvSpPr>
        <p:spPr>
          <a:xfrm>
            <a:off x="405384" y="901563"/>
            <a:ext cx="9647906" cy="758970"/>
          </a:xfrm>
        </p:spPr>
        <p:txBody>
          <a:bodyPr/>
          <a:lstStyle/>
          <a:p>
            <a:r>
              <a:rPr lang="en-US" b="1" dirty="0"/>
              <a:t>Design: </a:t>
            </a:r>
            <a:r>
              <a:rPr lang="en-US" dirty="0"/>
              <a:t>Prospective cohort study. Three waves: 2020, 2021, and 2022.</a:t>
            </a:r>
          </a:p>
          <a:p>
            <a:r>
              <a:rPr lang="en-US" b="1" dirty="0"/>
              <a:t>Participants: </a:t>
            </a:r>
            <a:r>
              <a:rPr lang="en-US" dirty="0"/>
              <a:t>HCWs aged 18 years or more working in Spain. </a:t>
            </a:r>
          </a:p>
          <a:p>
            <a:pPr lvl="1"/>
            <a:r>
              <a:rPr lang="en-US" dirty="0"/>
              <a:t>Wave 1 = 2,300 people; Wave 2 = 1,800 people; Wave 3 = 600 people. Participants with all assessment waves = 330.</a:t>
            </a:r>
          </a:p>
          <a:p>
            <a:r>
              <a:rPr lang="en-US" dirty="0" err="1"/>
              <a:t>Categorisation</a:t>
            </a:r>
            <a:r>
              <a:rPr lang="en-US" dirty="0"/>
              <a:t> of stressors</a:t>
            </a:r>
          </a:p>
          <a:p>
            <a:pPr lvl="1"/>
            <a:r>
              <a:rPr lang="en-US" dirty="0"/>
              <a:t>193 survey items</a:t>
            </a:r>
          </a:p>
          <a:p>
            <a:pPr lvl="2"/>
            <a:r>
              <a:rPr lang="en-US" dirty="0"/>
              <a:t>Qualitative evaluation</a:t>
            </a:r>
          </a:p>
          <a:p>
            <a:pPr lvl="2"/>
            <a:r>
              <a:rPr lang="en-US" dirty="0"/>
              <a:t>Comparison with existing stressor lists </a:t>
            </a:r>
          </a:p>
          <a:p>
            <a:pPr lvl="3"/>
            <a:r>
              <a:rPr lang="en-US" dirty="0"/>
              <a:t>MIMIS</a:t>
            </a:r>
          </a:p>
          <a:p>
            <a:pPr lvl="3"/>
            <a:r>
              <a:rPr lang="en-US" dirty="0" err="1"/>
              <a:t>Dynacore</a:t>
            </a:r>
            <a:r>
              <a:rPr lang="en-US" dirty="0"/>
              <a:t> studies (covid stressors)</a:t>
            </a:r>
          </a:p>
          <a:p>
            <a:pPr lvl="2"/>
            <a:r>
              <a:rPr lang="en-US" dirty="0"/>
              <a:t>17 dichotomous stress (yes/no)</a:t>
            </a:r>
          </a:p>
          <a:p>
            <a:pPr lvl="3"/>
            <a:r>
              <a:rPr lang="en-US" dirty="0" err="1"/>
              <a:t>Summarised</a:t>
            </a:r>
            <a:r>
              <a:rPr lang="en-US" dirty="0"/>
              <a:t> in sum score</a:t>
            </a:r>
          </a:p>
          <a:p>
            <a:pPr lvl="2"/>
            <a:endParaRPr lang="en-US" dirty="0"/>
          </a:p>
          <a:p>
            <a:endParaRPr lang="en-US" dirty="0"/>
          </a:p>
          <a:p>
            <a:pPr lvl="1"/>
            <a:endParaRPr lang="en-US" dirty="0"/>
          </a:p>
          <a:p>
            <a:pPr lvl="1"/>
            <a:endParaRPr lang="en-US" dirty="0"/>
          </a:p>
          <a:p>
            <a:pPr lvl="1"/>
            <a:endParaRPr lang="en-US" dirty="0"/>
          </a:p>
          <a:p>
            <a:pPr lvl="1"/>
            <a:endParaRPr lang="en-US" dirty="0"/>
          </a:p>
          <a:p>
            <a:pPr marL="179380" lvl="1" indent="0">
              <a:buNone/>
            </a:pPr>
            <a:endParaRPr lang="en-US" dirty="0">
              <a:sym typeface="Wingdings" panose="05000000000000000000" pitchFamily="2" charset="2"/>
            </a:endParaRPr>
          </a:p>
          <a:p>
            <a:pPr marL="179380" lvl="1" indent="0">
              <a:buNone/>
            </a:pPr>
            <a:endParaRPr lang="en-US" dirty="0"/>
          </a:p>
        </p:txBody>
      </p:sp>
      <p:sp>
        <p:nvSpPr>
          <p:cNvPr id="11" name="TextBox 10">
            <a:extLst>
              <a:ext uri="{FF2B5EF4-FFF2-40B4-BE49-F238E27FC236}">
                <a16:creationId xmlns:a16="http://schemas.microsoft.com/office/drawing/2014/main" id="{34BCB17E-EEAE-0B80-0C9C-97AE773F8585}"/>
              </a:ext>
            </a:extLst>
          </p:cNvPr>
          <p:cNvSpPr txBox="1"/>
          <p:nvPr/>
        </p:nvSpPr>
        <p:spPr>
          <a:xfrm>
            <a:off x="4978400" y="6369600"/>
            <a:ext cx="5232400" cy="276999"/>
          </a:xfrm>
          <a:prstGeom prst="rect">
            <a:avLst/>
          </a:prstGeom>
          <a:noFill/>
        </p:spPr>
        <p:txBody>
          <a:bodyPr wrap="square" rtlCol="0">
            <a:spAutoFit/>
          </a:bodyPr>
          <a:lstStyle/>
          <a:p>
            <a:pPr algn="r"/>
            <a:r>
              <a:rPr lang="de-DE" sz="1200" dirty="0"/>
              <a:t>Petri-Romão, Puhlmann, et al., </a:t>
            </a:r>
            <a:r>
              <a:rPr lang="de-DE" sz="1200" i="1" dirty="0"/>
              <a:t>in prep.</a:t>
            </a:r>
          </a:p>
        </p:txBody>
      </p:sp>
      <p:sp>
        <p:nvSpPr>
          <p:cNvPr id="5" name="Title 4">
            <a:extLst>
              <a:ext uri="{FF2B5EF4-FFF2-40B4-BE49-F238E27FC236}">
                <a16:creationId xmlns:a16="http://schemas.microsoft.com/office/drawing/2014/main" id="{33D317CD-148B-52DC-33F0-3BA9C7680384}"/>
              </a:ext>
            </a:extLst>
          </p:cNvPr>
          <p:cNvSpPr>
            <a:spLocks noGrp="1"/>
          </p:cNvSpPr>
          <p:nvPr>
            <p:ph type="title"/>
          </p:nvPr>
        </p:nvSpPr>
        <p:spPr/>
        <p:txBody>
          <a:bodyPr/>
          <a:lstStyle/>
          <a:p>
            <a:r>
              <a:rPr lang="en-GB" dirty="0"/>
              <a:t>Case Study: HEROES</a:t>
            </a:r>
          </a:p>
        </p:txBody>
      </p:sp>
    </p:spTree>
    <p:extLst>
      <p:ext uri="{BB962C8B-B14F-4D97-AF65-F5344CB8AC3E}">
        <p14:creationId xmlns:p14="http://schemas.microsoft.com/office/powerpoint/2010/main" val="2393138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E948E-83EC-D4A2-41EF-6FBD28EC5BBF}"/>
              </a:ext>
            </a:extLst>
          </p:cNvPr>
          <p:cNvSpPr>
            <a:spLocks noGrp="1"/>
          </p:cNvSpPr>
          <p:nvPr>
            <p:ph type="title"/>
          </p:nvPr>
        </p:nvSpPr>
        <p:spPr/>
        <p:txBody>
          <a:bodyPr/>
          <a:lstStyle/>
          <a:p>
            <a:endParaRPr lang="en-GB" dirty="0"/>
          </a:p>
        </p:txBody>
      </p:sp>
      <p:graphicFrame>
        <p:nvGraphicFramePr>
          <p:cNvPr id="3" name="Table 2">
            <a:extLst>
              <a:ext uri="{FF2B5EF4-FFF2-40B4-BE49-F238E27FC236}">
                <a16:creationId xmlns:a16="http://schemas.microsoft.com/office/drawing/2014/main" id="{D9D5FC4A-5ECD-180B-ABA2-9A321DD88A62}"/>
              </a:ext>
            </a:extLst>
          </p:cNvPr>
          <p:cNvGraphicFramePr>
            <a:graphicFrameLocks noGrp="1"/>
          </p:cNvGraphicFramePr>
          <p:nvPr>
            <p:extLst>
              <p:ext uri="{D42A27DB-BD31-4B8C-83A1-F6EECF244321}">
                <p14:modId xmlns:p14="http://schemas.microsoft.com/office/powerpoint/2010/main" val="2126219179"/>
              </p:ext>
            </p:extLst>
          </p:nvPr>
        </p:nvGraphicFramePr>
        <p:xfrm>
          <a:off x="405384" y="787313"/>
          <a:ext cx="10866354" cy="5431663"/>
        </p:xfrm>
        <a:graphic>
          <a:graphicData uri="http://schemas.openxmlformats.org/drawingml/2006/table">
            <a:tbl>
              <a:tblPr firstRow="1" firstCol="1" bandRow="1">
                <a:tableStyleId>{68D230F3-CF80-4859-8CE7-A43EE81993B5}</a:tableStyleId>
              </a:tblPr>
              <a:tblGrid>
                <a:gridCol w="413634">
                  <a:extLst>
                    <a:ext uri="{9D8B030D-6E8A-4147-A177-3AD203B41FA5}">
                      <a16:colId xmlns:a16="http://schemas.microsoft.com/office/drawing/2014/main" val="2014884651"/>
                    </a:ext>
                  </a:extLst>
                </a:gridCol>
                <a:gridCol w="3060925">
                  <a:extLst>
                    <a:ext uri="{9D8B030D-6E8A-4147-A177-3AD203B41FA5}">
                      <a16:colId xmlns:a16="http://schemas.microsoft.com/office/drawing/2014/main" val="1581381718"/>
                    </a:ext>
                  </a:extLst>
                </a:gridCol>
                <a:gridCol w="7391795">
                  <a:extLst>
                    <a:ext uri="{9D8B030D-6E8A-4147-A177-3AD203B41FA5}">
                      <a16:colId xmlns:a16="http://schemas.microsoft.com/office/drawing/2014/main" val="2312240557"/>
                    </a:ext>
                  </a:extLst>
                </a:gridCol>
              </a:tblGrid>
              <a:tr h="126892">
                <a:tc>
                  <a:txBody>
                    <a:bodyPr/>
                    <a:lstStyle/>
                    <a:p>
                      <a:pPr>
                        <a:lnSpc>
                          <a:spcPct val="107000"/>
                        </a:lnSpc>
                        <a:spcAft>
                          <a:spcPts val="800"/>
                        </a:spcAft>
                      </a:pPr>
                      <a:r>
                        <a:rPr lang="en-GB" sz="1800">
                          <a:effectLst/>
                        </a:rPr>
                        <a:t>#</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Item (original wording)</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Supporting sources</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1739457703"/>
                  </a:ext>
                </a:extLst>
              </a:tr>
              <a:tr h="298151">
                <a:tc>
                  <a:txBody>
                    <a:bodyPr/>
                    <a:lstStyle/>
                    <a:p>
                      <a:pPr>
                        <a:lnSpc>
                          <a:spcPct val="107000"/>
                        </a:lnSpc>
                        <a:spcAft>
                          <a:spcPts val="800"/>
                        </a:spcAft>
                      </a:pPr>
                      <a:r>
                        <a:rPr lang="en-GB" sz="1800">
                          <a:effectLst/>
                        </a:rPr>
                        <a:t>1</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Have you been deployed. </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Associated with poor mental health outcomes in Mediavilla et al. (2021), Moro et al. (2022)</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2057113999"/>
                  </a:ext>
                </a:extLst>
              </a:tr>
              <a:tr h="197116">
                <a:tc>
                  <a:txBody>
                    <a:bodyPr/>
                    <a:lstStyle/>
                    <a:p>
                      <a:pPr>
                        <a:lnSpc>
                          <a:spcPct val="107000"/>
                        </a:lnSpc>
                        <a:spcAft>
                          <a:spcPts val="800"/>
                        </a:spcAft>
                      </a:pPr>
                      <a:r>
                        <a:rPr lang="en-GB" sz="1800">
                          <a:effectLst/>
                        </a:rPr>
                        <a:t>2</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Working 6 or more days a week.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Similarity to item in stressor list in Veer et al., (2021)“Increased workload”</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3397411976"/>
                  </a:ext>
                </a:extLst>
              </a:tr>
              <a:tr h="298151">
                <a:tc>
                  <a:txBody>
                    <a:bodyPr/>
                    <a:lstStyle/>
                    <a:p>
                      <a:pPr>
                        <a:lnSpc>
                          <a:spcPct val="107000"/>
                        </a:lnSpc>
                        <a:spcAft>
                          <a:spcPts val="800"/>
                        </a:spcAft>
                      </a:pPr>
                      <a:r>
                        <a:rPr lang="en-GB" sz="1800">
                          <a:effectLst/>
                        </a:rPr>
                        <a:t>3</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Working an average of more than 12 hours per day.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Similarity to item in stressor list in Veer et al. (2021) “Increased workload” See also Moro et al. (2022)</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2179927333"/>
                  </a:ext>
                </a:extLst>
              </a:tr>
              <a:tr h="298151">
                <a:tc>
                  <a:txBody>
                    <a:bodyPr/>
                    <a:lstStyle/>
                    <a:p>
                      <a:pPr>
                        <a:lnSpc>
                          <a:spcPct val="107000"/>
                        </a:lnSpc>
                        <a:spcAft>
                          <a:spcPts val="800"/>
                        </a:spcAft>
                      </a:pPr>
                      <a:r>
                        <a:rPr lang="en-GB" sz="1800">
                          <a:effectLst/>
                        </a:rPr>
                        <a:t>4</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Having to take triage decisions.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Associated with poor mental health outcomes in </a:t>
                      </a:r>
                      <a:r>
                        <a:rPr lang="es-ES" sz="1800" dirty="0">
                          <a:effectLst/>
                        </a:rPr>
                        <a:t>Amador-Perilla et al. (2023), Chou et al. (2022), Mediavilla et al. </a:t>
                      </a:r>
                      <a:r>
                        <a:rPr lang="en-GB" sz="1800" dirty="0">
                          <a:effectLst/>
                        </a:rPr>
                        <a:t>(2021)</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2516033529"/>
                  </a:ext>
                </a:extLst>
              </a:tr>
              <a:tr h="298151">
                <a:tc>
                  <a:txBody>
                    <a:bodyPr/>
                    <a:lstStyle/>
                    <a:p>
                      <a:pPr>
                        <a:lnSpc>
                          <a:spcPct val="107000"/>
                        </a:lnSpc>
                        <a:spcAft>
                          <a:spcPts val="800"/>
                        </a:spcAft>
                      </a:pPr>
                      <a:r>
                        <a:rPr lang="en-GB" sz="1800">
                          <a:effectLst/>
                        </a:rPr>
                        <a:t>5</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Contact with COVID-19 patients (suspected or confirmed)</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Similarity to item in stressor list in Veer et al. (2021) “Being at an increased risk for infection (e.g., at work).”</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1847441397"/>
                  </a:ext>
                </a:extLst>
              </a:tr>
              <a:tr h="399187">
                <a:tc>
                  <a:txBody>
                    <a:bodyPr/>
                    <a:lstStyle/>
                    <a:p>
                      <a:pPr>
                        <a:lnSpc>
                          <a:spcPct val="107000"/>
                        </a:lnSpc>
                        <a:spcAft>
                          <a:spcPts val="800"/>
                        </a:spcAft>
                      </a:pPr>
                      <a:r>
                        <a:rPr lang="en-GB" sz="1800">
                          <a:effectLst/>
                        </a:rPr>
                        <a:t>6</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Working in a COVID-19 unit. </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Associated with poor mental health outcomes in </a:t>
                      </a:r>
                      <a:r>
                        <a:rPr lang="pt-BR" sz="1800">
                          <a:effectLst/>
                        </a:rPr>
                        <a:t>Czepiel et al. (2024), Lai et al. (2020), Moro et al. (2022), Paniagua-Avila et al. (2022)</a:t>
                      </a:r>
                      <a:r>
                        <a:rPr lang="en-GB" sz="1800">
                          <a:effectLst/>
                        </a:rPr>
                        <a:t>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328329034"/>
                  </a:ext>
                </a:extLst>
              </a:tr>
              <a:tr h="399187">
                <a:tc>
                  <a:txBody>
                    <a:bodyPr/>
                    <a:lstStyle/>
                    <a:p>
                      <a:pPr>
                        <a:lnSpc>
                          <a:spcPct val="107000"/>
                        </a:lnSpc>
                        <a:spcAft>
                          <a:spcPts val="800"/>
                        </a:spcAft>
                      </a:pPr>
                      <a:r>
                        <a:rPr lang="en-GB" sz="1800">
                          <a:effectLst/>
                        </a:rPr>
                        <a:t>7</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Stigma or discrimination based on profession. </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Associated with poor mental health outcomes in </a:t>
                      </a:r>
                      <a:r>
                        <a:rPr lang="es-ES" sz="1800">
                          <a:effectLst/>
                        </a:rPr>
                        <a:t>Kogan et al. (2023), Mediavilla et al. </a:t>
                      </a:r>
                      <a:r>
                        <a:rPr lang="de-DE" sz="1800">
                          <a:effectLst/>
                        </a:rPr>
                        <a:t>(2023), Moro et al. (2022), Zhang et al. (2023)</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52791973"/>
                  </a:ext>
                </a:extLst>
              </a:tr>
              <a:tr h="197116">
                <a:tc>
                  <a:txBody>
                    <a:bodyPr/>
                    <a:lstStyle/>
                    <a:p>
                      <a:pPr>
                        <a:lnSpc>
                          <a:spcPct val="107000"/>
                        </a:lnSpc>
                        <a:spcAft>
                          <a:spcPts val="800"/>
                        </a:spcAft>
                      </a:pPr>
                      <a:r>
                        <a:rPr lang="en-GB" sz="1800">
                          <a:effectLst/>
                        </a:rPr>
                        <a:t>8</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Experience of conflict or aggression with family members of patients.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Similarity to item in stressor list in Veer et al. (2021) “Conflicts with strangers”</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802632062"/>
                  </a:ext>
                </a:extLst>
              </a:tr>
              <a:tr h="197116">
                <a:tc>
                  <a:txBody>
                    <a:bodyPr/>
                    <a:lstStyle/>
                    <a:p>
                      <a:pPr>
                        <a:lnSpc>
                          <a:spcPct val="107000"/>
                        </a:lnSpc>
                        <a:spcAft>
                          <a:spcPts val="800"/>
                        </a:spcAft>
                      </a:pPr>
                      <a:r>
                        <a:rPr lang="en-GB" sz="1800">
                          <a:effectLst/>
                        </a:rPr>
                        <a:t>9</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Experience of violence due to being a HCW.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Similarity to item in stressor list in Veer et al. (2021) “Conflicts with strangers”</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1144553103"/>
                  </a:ext>
                </a:extLst>
              </a:tr>
            </a:tbl>
          </a:graphicData>
        </a:graphic>
      </p:graphicFrame>
    </p:spTree>
    <p:extLst>
      <p:ext uri="{BB962C8B-B14F-4D97-AF65-F5344CB8AC3E}">
        <p14:creationId xmlns:p14="http://schemas.microsoft.com/office/powerpoint/2010/main" val="1058166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E948E-83EC-D4A2-41EF-6FBD28EC5BBF}"/>
              </a:ext>
            </a:extLst>
          </p:cNvPr>
          <p:cNvSpPr>
            <a:spLocks noGrp="1"/>
          </p:cNvSpPr>
          <p:nvPr>
            <p:ph type="title"/>
          </p:nvPr>
        </p:nvSpPr>
        <p:spPr/>
        <p:txBody>
          <a:bodyPr/>
          <a:lstStyle/>
          <a:p>
            <a:endParaRPr lang="en-GB"/>
          </a:p>
        </p:txBody>
      </p:sp>
      <p:graphicFrame>
        <p:nvGraphicFramePr>
          <p:cNvPr id="3" name="Table 2">
            <a:extLst>
              <a:ext uri="{FF2B5EF4-FFF2-40B4-BE49-F238E27FC236}">
                <a16:creationId xmlns:a16="http://schemas.microsoft.com/office/drawing/2014/main" id="{D9D5FC4A-5ECD-180B-ABA2-9A321DD88A62}"/>
              </a:ext>
            </a:extLst>
          </p:cNvPr>
          <p:cNvGraphicFramePr>
            <a:graphicFrameLocks noGrp="1"/>
          </p:cNvGraphicFramePr>
          <p:nvPr>
            <p:extLst>
              <p:ext uri="{D42A27DB-BD31-4B8C-83A1-F6EECF244321}">
                <p14:modId xmlns:p14="http://schemas.microsoft.com/office/powerpoint/2010/main" val="3605039473"/>
              </p:ext>
            </p:extLst>
          </p:nvPr>
        </p:nvGraphicFramePr>
        <p:xfrm>
          <a:off x="405384" y="787313"/>
          <a:ext cx="10866354" cy="5739638"/>
        </p:xfrm>
        <a:graphic>
          <a:graphicData uri="http://schemas.openxmlformats.org/drawingml/2006/table">
            <a:tbl>
              <a:tblPr firstRow="1" firstCol="1" bandRow="1">
                <a:tableStyleId>{68D230F3-CF80-4859-8CE7-A43EE81993B5}</a:tableStyleId>
              </a:tblPr>
              <a:tblGrid>
                <a:gridCol w="413634">
                  <a:extLst>
                    <a:ext uri="{9D8B030D-6E8A-4147-A177-3AD203B41FA5}">
                      <a16:colId xmlns:a16="http://schemas.microsoft.com/office/drawing/2014/main" val="2014884651"/>
                    </a:ext>
                  </a:extLst>
                </a:gridCol>
                <a:gridCol w="3060925">
                  <a:extLst>
                    <a:ext uri="{9D8B030D-6E8A-4147-A177-3AD203B41FA5}">
                      <a16:colId xmlns:a16="http://schemas.microsoft.com/office/drawing/2014/main" val="1581381718"/>
                    </a:ext>
                  </a:extLst>
                </a:gridCol>
                <a:gridCol w="7391795">
                  <a:extLst>
                    <a:ext uri="{9D8B030D-6E8A-4147-A177-3AD203B41FA5}">
                      <a16:colId xmlns:a16="http://schemas.microsoft.com/office/drawing/2014/main" val="2312240557"/>
                    </a:ext>
                  </a:extLst>
                </a:gridCol>
              </a:tblGrid>
              <a:tr h="126892">
                <a:tc>
                  <a:txBody>
                    <a:bodyPr/>
                    <a:lstStyle/>
                    <a:p>
                      <a:pPr>
                        <a:lnSpc>
                          <a:spcPct val="107000"/>
                        </a:lnSpc>
                        <a:spcAft>
                          <a:spcPts val="800"/>
                        </a:spcAft>
                      </a:pPr>
                      <a:r>
                        <a:rPr lang="en-GB" sz="1800">
                          <a:effectLst/>
                        </a:rPr>
                        <a:t>#</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Item (original wording)</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Supporting sources</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1739457703"/>
                  </a:ext>
                </a:extLst>
              </a:tr>
              <a:tr h="500223">
                <a:tc>
                  <a:txBody>
                    <a:bodyPr/>
                    <a:lstStyle/>
                    <a:p>
                      <a:pPr>
                        <a:lnSpc>
                          <a:spcPct val="107000"/>
                        </a:lnSpc>
                        <a:spcAft>
                          <a:spcPts val="800"/>
                        </a:spcAft>
                      </a:pPr>
                      <a:r>
                        <a:rPr lang="en-GB" sz="1800" dirty="0">
                          <a:effectLst/>
                        </a:rPr>
                        <a:t>10</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Lack of access to protective equipment. </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Associated with poor mental health outcomes in </a:t>
                      </a:r>
                      <a:r>
                        <a:rPr lang="pt-BR" sz="1800" dirty="0">
                          <a:effectLst/>
                        </a:rPr>
                        <a:t>Correia da Silva et al. (2022), Czepiel et al., (2022, 2024), Mediavilla et al. (2021), Paniagua-Avila et al. (2022), Umbetkulova et al. (2024).</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3445687907"/>
                  </a:ext>
                </a:extLst>
              </a:tr>
              <a:tr h="298151">
                <a:tc>
                  <a:txBody>
                    <a:bodyPr/>
                    <a:lstStyle/>
                    <a:p>
                      <a:pPr>
                        <a:lnSpc>
                          <a:spcPct val="107000"/>
                        </a:lnSpc>
                        <a:spcAft>
                          <a:spcPts val="800"/>
                        </a:spcAft>
                      </a:pPr>
                      <a:r>
                        <a:rPr lang="en-GB" sz="1800">
                          <a:effectLst/>
                        </a:rPr>
                        <a:t>11</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Death of close contact at work due to COVID-19.</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Similarity to life events list used in previous studies (</a:t>
                      </a:r>
                      <a:r>
                        <a:rPr lang="en-GB" sz="1800" dirty="0" err="1">
                          <a:effectLst/>
                        </a:rPr>
                        <a:t>Chmitorz</a:t>
                      </a:r>
                      <a:r>
                        <a:rPr lang="en-GB" sz="1800" dirty="0">
                          <a:effectLst/>
                        </a:rPr>
                        <a:t> et al., 2020) “Death of a close person”</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1872040698"/>
                  </a:ext>
                </a:extLst>
              </a:tr>
              <a:tr h="500223">
                <a:tc>
                  <a:txBody>
                    <a:bodyPr/>
                    <a:lstStyle/>
                    <a:p>
                      <a:pPr>
                        <a:lnSpc>
                          <a:spcPct val="107000"/>
                        </a:lnSpc>
                        <a:spcAft>
                          <a:spcPts val="800"/>
                        </a:spcAft>
                      </a:pPr>
                      <a:r>
                        <a:rPr lang="en-GB" sz="1800">
                          <a:effectLst/>
                        </a:rPr>
                        <a:t>12</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Being worried about being infect with COVID-10.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Similarity to item in stressor list in Veer et al. (2021) “Being at an increased risk for infection (e.g., at work).” See also </a:t>
                      </a:r>
                      <a:r>
                        <a:rPr lang="pt-BR" sz="1800" dirty="0">
                          <a:effectLst/>
                        </a:rPr>
                        <a:t>Czepiel et al. (2024), Moro et al. (2022), Paniagua-Avila et al. </a:t>
                      </a:r>
                      <a:r>
                        <a:rPr lang="en-GB" sz="1800" dirty="0">
                          <a:effectLst/>
                        </a:rPr>
                        <a:t>(2022)</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966360465"/>
                  </a:ext>
                </a:extLst>
              </a:tr>
              <a:tr h="500223">
                <a:tc>
                  <a:txBody>
                    <a:bodyPr/>
                    <a:lstStyle/>
                    <a:p>
                      <a:pPr>
                        <a:lnSpc>
                          <a:spcPct val="107000"/>
                        </a:lnSpc>
                        <a:spcAft>
                          <a:spcPts val="800"/>
                        </a:spcAft>
                      </a:pPr>
                      <a:r>
                        <a:rPr lang="en-GB" sz="1800">
                          <a:effectLst/>
                        </a:rPr>
                        <a:t>13</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Being worried about infecting loved ones with COVID-10.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Similarity to item in stressor list in Veer et al. (2021) “A family member, friend, or loved one is at an increased risk of a serious course of the disease in case of an infection (they belong to the so-called 'at-risk group').”</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1173180660"/>
                  </a:ext>
                </a:extLst>
              </a:tr>
              <a:tr h="399187">
                <a:tc>
                  <a:txBody>
                    <a:bodyPr/>
                    <a:lstStyle/>
                    <a:p>
                      <a:pPr>
                        <a:lnSpc>
                          <a:spcPct val="107000"/>
                        </a:lnSpc>
                        <a:spcAft>
                          <a:spcPts val="800"/>
                        </a:spcAft>
                      </a:pPr>
                      <a:r>
                        <a:rPr lang="en-GB" sz="1800">
                          <a:effectLst/>
                        </a:rPr>
                        <a:t>14</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Testing positive for COVID-19.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Similarity to item in stressor list in Veer et al. (2021) “Having COVID-19 symptoms, or symptoms that could be related to COVID-19.”</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3817911447"/>
                  </a:ext>
                </a:extLst>
              </a:tr>
              <a:tr h="197116">
                <a:tc>
                  <a:txBody>
                    <a:bodyPr/>
                    <a:lstStyle/>
                    <a:p>
                      <a:pPr>
                        <a:lnSpc>
                          <a:spcPct val="107000"/>
                        </a:lnSpc>
                        <a:spcAft>
                          <a:spcPts val="800"/>
                        </a:spcAft>
                      </a:pPr>
                      <a:r>
                        <a:rPr lang="en-GB" sz="1800">
                          <a:effectLst/>
                        </a:rPr>
                        <a:t>15</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Loved one diagnosed with COVID-19.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Similarity to item in Mainz Inventory of </a:t>
                      </a:r>
                      <a:r>
                        <a:rPr lang="en-GB" sz="1800" dirty="0" err="1">
                          <a:effectLst/>
                        </a:rPr>
                        <a:t>Microstressors</a:t>
                      </a:r>
                      <a:r>
                        <a:rPr lang="en-GB" sz="1800" dirty="0">
                          <a:effectLst/>
                        </a:rPr>
                        <a:t> (</a:t>
                      </a:r>
                      <a:r>
                        <a:rPr lang="en-GB" sz="1800" dirty="0" err="1">
                          <a:effectLst/>
                        </a:rPr>
                        <a:t>Chmitorz</a:t>
                      </a:r>
                      <a:r>
                        <a:rPr lang="en-GB" sz="1800" dirty="0">
                          <a:effectLst/>
                        </a:rPr>
                        <a:t> et al., 2020). </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3416233055"/>
                  </a:ext>
                </a:extLst>
              </a:tr>
              <a:tr h="298151">
                <a:tc>
                  <a:txBody>
                    <a:bodyPr/>
                    <a:lstStyle/>
                    <a:p>
                      <a:pPr>
                        <a:lnSpc>
                          <a:spcPct val="107000"/>
                        </a:lnSpc>
                        <a:spcAft>
                          <a:spcPts val="800"/>
                        </a:spcAft>
                      </a:pPr>
                      <a:r>
                        <a:rPr lang="en-GB" sz="1800">
                          <a:effectLst/>
                        </a:rPr>
                        <a:t>16</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Death of loved one due to COVID-19. </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Similarity to life events list used in previous studies (</a:t>
                      </a:r>
                      <a:r>
                        <a:rPr lang="en-GB" sz="1800" dirty="0" err="1">
                          <a:effectLst/>
                        </a:rPr>
                        <a:t>Chmitorz</a:t>
                      </a:r>
                      <a:r>
                        <a:rPr lang="en-GB" sz="1800" dirty="0">
                          <a:effectLst/>
                        </a:rPr>
                        <a:t> et al., 2020) “Death of a close person”</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1677579930"/>
                  </a:ext>
                </a:extLst>
              </a:tr>
              <a:tr h="298151">
                <a:tc>
                  <a:txBody>
                    <a:bodyPr/>
                    <a:lstStyle/>
                    <a:p>
                      <a:pPr>
                        <a:lnSpc>
                          <a:spcPct val="107000"/>
                        </a:lnSpc>
                        <a:spcAft>
                          <a:spcPts val="800"/>
                        </a:spcAft>
                      </a:pPr>
                      <a:r>
                        <a:rPr lang="en-GB" sz="1800">
                          <a:effectLst/>
                        </a:rPr>
                        <a:t>17</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a:effectLst/>
                        </a:rPr>
                        <a:t>Death of patient due to COVID-19.</a:t>
                      </a:r>
                      <a:endParaRPr lang="en-GB" sz="200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tc>
                  <a:txBody>
                    <a:bodyPr/>
                    <a:lstStyle/>
                    <a:p>
                      <a:pPr>
                        <a:lnSpc>
                          <a:spcPct val="107000"/>
                        </a:lnSpc>
                        <a:spcAft>
                          <a:spcPts val="800"/>
                        </a:spcAft>
                      </a:pPr>
                      <a:r>
                        <a:rPr lang="en-GB" sz="1800" dirty="0">
                          <a:effectLst/>
                        </a:rPr>
                        <a:t>Similarity to life events list used in previous studies (</a:t>
                      </a:r>
                      <a:r>
                        <a:rPr lang="en-GB" sz="1800" dirty="0" err="1">
                          <a:effectLst/>
                        </a:rPr>
                        <a:t>Chmitorz</a:t>
                      </a:r>
                      <a:r>
                        <a:rPr lang="en-GB" sz="1800" dirty="0">
                          <a:effectLst/>
                        </a:rPr>
                        <a:t> et al., 2020) “Death of a close person”</a:t>
                      </a:r>
                      <a:endParaRPr lang="en-GB" sz="2000" dirty="0">
                        <a:effectLst/>
                        <a:latin typeface="Times New Roman" panose="02020603050405020304" pitchFamily="18" charset="0"/>
                        <a:ea typeface="Calibri" panose="020F0502020204030204" pitchFamily="34" charset="0"/>
                        <a:cs typeface="Arial" panose="020B0604020202020204" pitchFamily="34" charset="0"/>
                      </a:endParaRPr>
                    </a:p>
                  </a:txBody>
                  <a:tcPr marL="36864" marR="36864" marT="0" marB="0"/>
                </a:tc>
                <a:extLst>
                  <a:ext uri="{0D108BD9-81ED-4DB2-BD59-A6C34878D82A}">
                    <a16:rowId xmlns:a16="http://schemas.microsoft.com/office/drawing/2014/main" val="490841825"/>
                  </a:ext>
                </a:extLst>
              </a:tr>
            </a:tbl>
          </a:graphicData>
        </a:graphic>
      </p:graphicFrame>
    </p:spTree>
    <p:extLst>
      <p:ext uri="{BB962C8B-B14F-4D97-AF65-F5344CB8AC3E}">
        <p14:creationId xmlns:p14="http://schemas.microsoft.com/office/powerpoint/2010/main" val="3167023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AA23CB7-C7B9-6B23-C54C-836A0724F321}"/>
              </a:ext>
            </a:extLst>
          </p:cNvPr>
          <p:cNvPicPr>
            <a:picLocks noChangeAspect="1"/>
          </p:cNvPicPr>
          <p:nvPr/>
        </p:nvPicPr>
        <p:blipFill>
          <a:blip r:embed="rId2"/>
          <a:stretch>
            <a:fillRect/>
          </a:stretch>
        </p:blipFill>
        <p:spPr>
          <a:xfrm>
            <a:off x="100856" y="2329543"/>
            <a:ext cx="8875432" cy="4028080"/>
          </a:xfrm>
          <a:prstGeom prst="rect">
            <a:avLst/>
          </a:prstGeom>
        </p:spPr>
      </p:pic>
      <p:sp>
        <p:nvSpPr>
          <p:cNvPr id="8" name="CuadroTexto 7">
            <a:extLst>
              <a:ext uri="{FF2B5EF4-FFF2-40B4-BE49-F238E27FC236}">
                <a16:creationId xmlns:a16="http://schemas.microsoft.com/office/drawing/2014/main" id="{1F0A21A5-9028-5B99-BA3A-B3E4B0A9E235}"/>
              </a:ext>
            </a:extLst>
          </p:cNvPr>
          <p:cNvSpPr txBox="1"/>
          <p:nvPr/>
        </p:nvSpPr>
        <p:spPr>
          <a:xfrm>
            <a:off x="8976288" y="3761298"/>
            <a:ext cx="2955186" cy="2492990"/>
          </a:xfrm>
          <a:prstGeom prst="rect">
            <a:avLst/>
          </a:prstGeom>
          <a:noFill/>
        </p:spPr>
        <p:txBody>
          <a:bodyPr wrap="square">
            <a:spAutoFit/>
          </a:bodyPr>
          <a:lstStyle/>
          <a:p>
            <a:r>
              <a:rPr lang="en-GB" sz="1200" dirty="0">
                <a:latin typeface="Calibri" panose="020F0502020204030204" pitchFamily="34" charset="0"/>
                <a:ea typeface="Calibri" panose="020F0502020204030204" pitchFamily="34" charset="0"/>
                <a:cs typeface="Times New Roman" panose="02020603050405020304" pitchFamily="18" charset="0"/>
              </a:rPr>
              <a:t>Healthcare related stressors</a:t>
            </a:r>
          </a:p>
          <a:p>
            <a:r>
              <a:rPr lang="en-GB" sz="1200" dirty="0">
                <a:latin typeface="Calibri" panose="020F0502020204030204" pitchFamily="34" charset="0"/>
                <a:ea typeface="Calibri" panose="020F0502020204030204" pitchFamily="34" charset="0"/>
                <a:cs typeface="Times New Roman" panose="02020603050405020304" pitchFamily="18" charset="0"/>
              </a:rPr>
              <a:t>ehc_01 = "New functions",</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ehc_02 = "Work more than 6 days",</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ehc_03 = "Work more than 12h/day",</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ehc_04 = "Triage decisions",</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ehc_05 = "Frontline",</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ehc_06 = "COVID-19 unit (waves 2 and 3)",</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ehc_07 = "Stigma / discrimination",</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ehc_08 = "Problems with patients' relatives",</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ehc_09 = "Violence",</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ehc_10 = "PPE shortages",</a:t>
            </a:r>
            <a:endParaRPr lang="es-ES" sz="900" dirty="0">
              <a:latin typeface="Calibri" panose="020F0502020204030204" pitchFamily="34" charset="0"/>
              <a:ea typeface="Calibri" panose="020F0502020204030204" pitchFamily="34" charset="0"/>
              <a:cs typeface="Times New Roman" panose="02020603050405020304" pitchFamily="18" charset="0"/>
            </a:endParaRPr>
          </a:p>
          <a:p>
            <a:r>
              <a:rPr lang="en-GB" sz="1200" dirty="0">
                <a:latin typeface="Calibri" panose="020F0502020204030204" pitchFamily="34" charset="0"/>
                <a:ea typeface="Calibri" panose="020F0502020204030204" pitchFamily="34" charset="0"/>
                <a:cs typeface="Times New Roman" panose="02020603050405020304" pitchFamily="18" charset="0"/>
              </a:rPr>
              <a:t>ehc_11 = "Patients passed away",</a:t>
            </a:r>
            <a:endParaRPr lang="es-ES" sz="900"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Titel 1"/>
          <p:cNvSpPr>
            <a:spLocks noGrp="1"/>
          </p:cNvSpPr>
          <p:nvPr>
            <p:ph type="title"/>
          </p:nvPr>
        </p:nvSpPr>
        <p:spPr>
          <a:xfrm>
            <a:off x="326391" y="692088"/>
            <a:ext cx="6400885" cy="668626"/>
          </a:xfrm>
        </p:spPr>
        <p:txBody>
          <a:bodyPr/>
          <a:lstStyle/>
          <a:p>
            <a:r>
              <a:rPr lang="en-GB" sz="2101" dirty="0"/>
              <a:t>Item correlation with mental health</a:t>
            </a:r>
            <a:endParaRPr lang="en-GB" dirty="0"/>
          </a:p>
        </p:txBody>
      </p:sp>
    </p:spTree>
    <p:extLst>
      <p:ext uri="{BB962C8B-B14F-4D97-AF65-F5344CB8AC3E}">
        <p14:creationId xmlns:p14="http://schemas.microsoft.com/office/powerpoint/2010/main" val="4117064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A336B-5435-5BCA-3D42-881C16E302A9}"/>
              </a:ext>
            </a:extLst>
          </p:cNvPr>
          <p:cNvSpPr>
            <a:spLocks noGrp="1"/>
          </p:cNvSpPr>
          <p:nvPr>
            <p:ph type="title"/>
          </p:nvPr>
        </p:nvSpPr>
        <p:spPr/>
        <p:txBody>
          <a:bodyPr/>
          <a:lstStyle/>
          <a:p>
            <a:r>
              <a:rPr lang="en-GB" dirty="0"/>
              <a:t>Case study 2: HEROES</a:t>
            </a:r>
          </a:p>
        </p:txBody>
      </p:sp>
      <p:sp>
        <p:nvSpPr>
          <p:cNvPr id="3" name="Content Placeholder 2">
            <a:extLst>
              <a:ext uri="{FF2B5EF4-FFF2-40B4-BE49-F238E27FC236}">
                <a16:creationId xmlns:a16="http://schemas.microsoft.com/office/drawing/2014/main" id="{3D2F93C9-D59D-1006-2500-F514AD6E8CBB}"/>
              </a:ext>
            </a:extLst>
          </p:cNvPr>
          <p:cNvSpPr>
            <a:spLocks noGrp="1"/>
          </p:cNvSpPr>
          <p:nvPr>
            <p:ph idx="1"/>
          </p:nvPr>
        </p:nvSpPr>
        <p:spPr>
          <a:xfrm>
            <a:off x="405384" y="1295388"/>
            <a:ext cx="3622562" cy="4267223"/>
          </a:xfrm>
        </p:spPr>
        <p:txBody>
          <a:bodyPr/>
          <a:lstStyle/>
          <a:p>
            <a:pPr>
              <a:buFont typeface="Wingdings" panose="05000000000000000000" pitchFamily="2" charset="2"/>
              <a:buChar char="§"/>
            </a:pPr>
            <a:endParaRPr lang="en-GB" sz="1639" dirty="0"/>
          </a:p>
          <a:p>
            <a:pPr>
              <a:buFont typeface="Wingdings" panose="05000000000000000000" pitchFamily="2" charset="2"/>
              <a:buChar char="§"/>
            </a:pPr>
            <a:endParaRPr lang="en-GB" sz="1576" dirty="0"/>
          </a:p>
          <a:p>
            <a:pPr>
              <a:buFont typeface="Wingdings" panose="05000000000000000000" pitchFamily="2" charset="2"/>
              <a:buChar char="§"/>
            </a:pPr>
            <a:endParaRPr lang="en-GB" sz="1576" dirty="0"/>
          </a:p>
        </p:txBody>
      </p:sp>
      <p:sp>
        <p:nvSpPr>
          <p:cNvPr id="5" name="TextBox 4">
            <a:extLst>
              <a:ext uri="{FF2B5EF4-FFF2-40B4-BE49-F238E27FC236}">
                <a16:creationId xmlns:a16="http://schemas.microsoft.com/office/drawing/2014/main" id="{C8A04FDB-63A7-C346-50D5-F978B48103DF}"/>
              </a:ext>
            </a:extLst>
          </p:cNvPr>
          <p:cNvSpPr txBox="1"/>
          <p:nvPr/>
        </p:nvSpPr>
        <p:spPr>
          <a:xfrm>
            <a:off x="6568901" y="6360989"/>
            <a:ext cx="5232400" cy="276999"/>
          </a:xfrm>
          <a:prstGeom prst="rect">
            <a:avLst/>
          </a:prstGeom>
          <a:noFill/>
        </p:spPr>
        <p:txBody>
          <a:bodyPr wrap="square" rtlCol="0">
            <a:spAutoFit/>
          </a:bodyPr>
          <a:lstStyle/>
          <a:p>
            <a:pPr algn="r"/>
            <a:r>
              <a:rPr lang="de-DE" sz="1200" dirty="0"/>
              <a:t>Petri-Romão,  et al., </a:t>
            </a:r>
            <a:r>
              <a:rPr lang="de-DE" sz="1200" i="1" dirty="0"/>
              <a:t>in prep.</a:t>
            </a:r>
          </a:p>
        </p:txBody>
      </p:sp>
      <p:pic>
        <p:nvPicPr>
          <p:cNvPr id="8" name="Picture 7" descr="A screenshot of a graph&#10;&#10;Description automatically generated">
            <a:extLst>
              <a:ext uri="{FF2B5EF4-FFF2-40B4-BE49-F238E27FC236}">
                <a16:creationId xmlns:a16="http://schemas.microsoft.com/office/drawing/2014/main" id="{1CB39E9C-671C-2CD4-37A7-FD53C0EB64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4505" y="1142982"/>
            <a:ext cx="6400847" cy="4572033"/>
          </a:xfrm>
          <a:prstGeom prst="rect">
            <a:avLst/>
          </a:prstGeom>
        </p:spPr>
      </p:pic>
      <p:sp>
        <p:nvSpPr>
          <p:cNvPr id="12" name="TextBox 11">
            <a:extLst>
              <a:ext uri="{FF2B5EF4-FFF2-40B4-BE49-F238E27FC236}">
                <a16:creationId xmlns:a16="http://schemas.microsoft.com/office/drawing/2014/main" id="{A43DC404-898A-9E9F-04EA-9C226E030A35}"/>
              </a:ext>
            </a:extLst>
          </p:cNvPr>
          <p:cNvSpPr txBox="1"/>
          <p:nvPr/>
        </p:nvSpPr>
        <p:spPr>
          <a:xfrm>
            <a:off x="669473" y="1665134"/>
            <a:ext cx="3782786" cy="3897477"/>
          </a:xfrm>
          <a:prstGeom prst="rect">
            <a:avLst/>
          </a:prstGeom>
          <a:noFill/>
        </p:spPr>
        <p:txBody>
          <a:bodyPr wrap="square">
            <a:spAutoFit/>
          </a:bodyPr>
          <a:lstStyle/>
          <a:p>
            <a:pPr marL="270000" marR="0" lvl="0" indent="-216000" algn="l" defTabSz="914400" rtl="0" eaLnBrk="1" fontAlgn="auto" latinLnBrk="0" hangingPunct="1">
              <a:lnSpc>
                <a:spcPct val="120000"/>
              </a:lnSpc>
              <a:spcBef>
                <a:spcPts val="1000"/>
              </a:spcBef>
              <a:spcAft>
                <a:spcPts val="0"/>
              </a:spcAft>
              <a:buClr>
                <a:srgbClr val="B1C800"/>
              </a:buClr>
              <a:buSzTx/>
              <a:buFont typeface="Wingdings" panose="05000000000000000000" pitchFamily="2" charset="2"/>
              <a:buChar char="§"/>
              <a:tabLst/>
              <a:defRPr/>
            </a:pPr>
            <a:r>
              <a:rPr kumimoji="0" lang="en-GB" sz="1839" b="0" i="0" u="none" strike="noStrike" kern="1200" cap="none" spc="0" normalizeH="0" baseline="0" noProof="0" dirty="0">
                <a:ln>
                  <a:noFill/>
                </a:ln>
                <a:solidFill>
                  <a:srgbClr val="373737"/>
                </a:solidFill>
                <a:effectLst/>
                <a:uLnTx/>
                <a:uFillTx/>
                <a:latin typeface="Calibri" panose="020F0502020204030204"/>
                <a:ea typeface="+mn-ea"/>
                <a:cs typeface="+mn-cs"/>
              </a:rPr>
              <a:t>Consider different sum scores</a:t>
            </a:r>
          </a:p>
          <a:p>
            <a:pPr marL="727200" lvl="1" indent="-216000">
              <a:lnSpc>
                <a:spcPct val="120000"/>
              </a:lnSpc>
              <a:spcBef>
                <a:spcPts val="1000"/>
              </a:spcBef>
              <a:buClr>
                <a:srgbClr val="B1C800"/>
              </a:buClr>
              <a:buFont typeface="Wingdings" panose="05000000000000000000" pitchFamily="2" charset="2"/>
              <a:buChar char="§"/>
              <a:defRPr/>
            </a:pPr>
            <a:r>
              <a:rPr kumimoji="0" lang="en-GB" sz="1839" b="0" i="0" u="none" strike="noStrike" kern="1200" cap="none" spc="0" normalizeH="0" baseline="0" noProof="0" dirty="0">
                <a:ln>
                  <a:noFill/>
                </a:ln>
                <a:solidFill>
                  <a:srgbClr val="373737"/>
                </a:solidFill>
                <a:effectLst/>
                <a:uLnTx/>
                <a:uFillTx/>
                <a:latin typeface="Calibri" panose="020F0502020204030204"/>
                <a:ea typeface="+mn-ea"/>
                <a:cs typeface="+mn-cs"/>
              </a:rPr>
              <a:t>Combined into a relative E score</a:t>
            </a:r>
          </a:p>
          <a:p>
            <a:pPr marL="961200" lvl="2" indent="-216000">
              <a:lnSpc>
                <a:spcPct val="120000"/>
              </a:lnSpc>
              <a:spcBef>
                <a:spcPts val="500"/>
              </a:spcBef>
              <a:buClr>
                <a:srgbClr val="B1C800"/>
              </a:buClr>
              <a:buSzPct val="100000"/>
              <a:buFont typeface="Wingdings" panose="05000000000000000000" pitchFamily="2" charset="2"/>
              <a:buChar char="§"/>
              <a:defRPr/>
            </a:pPr>
            <a:r>
              <a:rPr kumimoji="0" lang="en-GB" sz="1639" b="0" i="1" u="none" strike="noStrike" kern="1200" cap="none" spc="0" normalizeH="0" baseline="0" noProof="0" dirty="0">
                <a:ln>
                  <a:noFill/>
                </a:ln>
                <a:solidFill>
                  <a:srgbClr val="373737"/>
                </a:solidFill>
                <a:effectLst/>
                <a:uLnTx/>
                <a:uFillTx/>
                <a:latin typeface="Calibri" panose="020F0502020204030204"/>
                <a:ea typeface="+mn-ea"/>
                <a:cs typeface="+mn-cs"/>
              </a:rPr>
              <a:t>E at this time point/Possible E at this time point</a:t>
            </a:r>
          </a:p>
          <a:p>
            <a:pPr marL="961200" lvl="2" indent="-216000">
              <a:lnSpc>
                <a:spcPct val="120000"/>
              </a:lnSpc>
              <a:spcBef>
                <a:spcPts val="500"/>
              </a:spcBef>
              <a:buClr>
                <a:srgbClr val="B1C800"/>
              </a:buClr>
              <a:buSzPct val="100000"/>
              <a:buFont typeface="Wingdings" panose="05000000000000000000" pitchFamily="2" charset="2"/>
              <a:buChar char="§"/>
              <a:defRPr/>
            </a:pPr>
            <a:r>
              <a:rPr kumimoji="0" lang="en-GB" sz="1639" b="0" i="1" u="none" strike="noStrike" kern="1200" cap="none" spc="0" normalizeH="0" baseline="0" noProof="0" dirty="0">
                <a:ln>
                  <a:noFill/>
                </a:ln>
                <a:solidFill>
                  <a:srgbClr val="373737"/>
                </a:solidFill>
                <a:effectLst/>
                <a:uLnTx/>
                <a:uFillTx/>
                <a:latin typeface="Calibri" panose="020F0502020204030204"/>
                <a:ea typeface="+mn-ea"/>
                <a:cs typeface="+mn-cs"/>
              </a:rPr>
              <a:t>Overcoming different questionnaires at different time points</a:t>
            </a:r>
          </a:p>
          <a:p>
            <a:pPr marL="46800" indent="-216000">
              <a:lnSpc>
                <a:spcPct val="120000"/>
              </a:lnSpc>
              <a:spcBef>
                <a:spcPts val="500"/>
              </a:spcBef>
              <a:buClr>
                <a:srgbClr val="B1C800"/>
              </a:buClr>
              <a:buSzPct val="100000"/>
              <a:buFont typeface="Wingdings" panose="05000000000000000000" pitchFamily="2" charset="2"/>
              <a:buChar char="§"/>
              <a:defRPr/>
            </a:pPr>
            <a:r>
              <a:rPr kumimoji="0" lang="en-GB" sz="1639" b="0" i="1" u="none" strike="noStrike" kern="1200" cap="none" spc="0" normalizeH="0" baseline="0" noProof="0" dirty="0">
                <a:ln>
                  <a:noFill/>
                </a:ln>
                <a:solidFill>
                  <a:srgbClr val="373737"/>
                </a:solidFill>
                <a:effectLst/>
                <a:uLnTx/>
                <a:uFillTx/>
                <a:latin typeface="Calibri" panose="020F0502020204030204"/>
                <a:ea typeface="+mn-ea"/>
                <a:cs typeface="+mn-cs"/>
              </a:rPr>
              <a:t>Quality checks</a:t>
            </a:r>
          </a:p>
          <a:p>
            <a:pPr marL="504000" lvl="1" indent="-216000">
              <a:lnSpc>
                <a:spcPct val="120000"/>
              </a:lnSpc>
              <a:spcBef>
                <a:spcPts val="500"/>
              </a:spcBef>
              <a:buClr>
                <a:srgbClr val="B1C800"/>
              </a:buClr>
              <a:buSzPct val="100000"/>
              <a:buFont typeface="Wingdings" panose="05000000000000000000" pitchFamily="2" charset="2"/>
              <a:buChar char="§"/>
              <a:defRPr/>
            </a:pPr>
            <a:r>
              <a:rPr lang="en-GB" sz="1639" i="1" dirty="0">
                <a:solidFill>
                  <a:srgbClr val="373737"/>
                </a:solidFill>
                <a:latin typeface="Calibri" panose="020F0502020204030204"/>
              </a:rPr>
              <a:t>Item and sum score correlation with you mental health measure</a:t>
            </a:r>
            <a:endParaRPr kumimoji="0" lang="en-GB" sz="1639" b="0" i="1" u="none" strike="noStrike" kern="1200" cap="none" spc="0" normalizeH="0" baseline="0" noProof="0" dirty="0">
              <a:ln>
                <a:noFill/>
              </a:ln>
              <a:solidFill>
                <a:srgbClr val="373737"/>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1402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A336B-5435-5BCA-3D42-881C16E302A9}"/>
              </a:ext>
            </a:extLst>
          </p:cNvPr>
          <p:cNvSpPr>
            <a:spLocks noGrp="1"/>
          </p:cNvSpPr>
          <p:nvPr>
            <p:ph type="title"/>
          </p:nvPr>
        </p:nvSpPr>
        <p:spPr/>
        <p:txBody>
          <a:bodyPr/>
          <a:lstStyle/>
          <a:p>
            <a:r>
              <a:rPr lang="en-GB" dirty="0"/>
              <a:t>Case study 2: HEROES</a:t>
            </a:r>
          </a:p>
        </p:txBody>
      </p:sp>
      <p:sp>
        <p:nvSpPr>
          <p:cNvPr id="3" name="Content Placeholder 2">
            <a:extLst>
              <a:ext uri="{FF2B5EF4-FFF2-40B4-BE49-F238E27FC236}">
                <a16:creationId xmlns:a16="http://schemas.microsoft.com/office/drawing/2014/main" id="{3D2F93C9-D59D-1006-2500-F514AD6E8CBB}"/>
              </a:ext>
            </a:extLst>
          </p:cNvPr>
          <p:cNvSpPr>
            <a:spLocks noGrp="1"/>
          </p:cNvSpPr>
          <p:nvPr>
            <p:ph idx="1"/>
          </p:nvPr>
        </p:nvSpPr>
        <p:spPr>
          <a:xfrm>
            <a:off x="508799" y="1366145"/>
            <a:ext cx="3622562" cy="4267223"/>
          </a:xfrm>
        </p:spPr>
        <p:txBody>
          <a:bodyPr/>
          <a:lstStyle/>
          <a:p>
            <a:pPr>
              <a:buFont typeface="Wingdings" panose="05000000000000000000" pitchFamily="2" charset="2"/>
              <a:buChar char="§"/>
            </a:pPr>
            <a:r>
              <a:rPr lang="en-GB" sz="1839" i="1" dirty="0"/>
              <a:t>You can then use the stressor exposure to build SR scores</a:t>
            </a:r>
            <a:endParaRPr lang="en-GB" sz="1639" dirty="0"/>
          </a:p>
          <a:p>
            <a:pPr>
              <a:buFont typeface="Wingdings" panose="05000000000000000000" pitchFamily="2" charset="2"/>
              <a:buChar char="§"/>
            </a:pPr>
            <a:endParaRPr lang="en-GB" sz="1576" dirty="0"/>
          </a:p>
          <a:p>
            <a:pPr>
              <a:buFont typeface="Wingdings" panose="05000000000000000000" pitchFamily="2" charset="2"/>
              <a:buChar char="§"/>
            </a:pPr>
            <a:endParaRPr lang="en-GB" sz="1576" dirty="0"/>
          </a:p>
        </p:txBody>
      </p:sp>
      <p:pic>
        <p:nvPicPr>
          <p:cNvPr id="4" name="Picture 3" descr="Chart, scatter chart&#10;&#10;Description automatically generated">
            <a:extLst>
              <a:ext uri="{FF2B5EF4-FFF2-40B4-BE49-F238E27FC236}">
                <a16:creationId xmlns:a16="http://schemas.microsoft.com/office/drawing/2014/main" id="{CE576C58-B8E7-2151-FE71-E37C206F7993}"/>
              </a:ext>
            </a:extLst>
          </p:cNvPr>
          <p:cNvPicPr>
            <a:picLocks noChangeAspect="1"/>
          </p:cNvPicPr>
          <p:nvPr/>
        </p:nvPicPr>
        <p:blipFill>
          <a:blip r:embed="rId2"/>
          <a:stretch>
            <a:fillRect/>
          </a:stretch>
        </p:blipFill>
        <p:spPr>
          <a:xfrm>
            <a:off x="4490357" y="1107226"/>
            <a:ext cx="6623957" cy="4731396"/>
          </a:xfrm>
          <a:prstGeom prst="rect">
            <a:avLst/>
          </a:prstGeom>
        </p:spPr>
      </p:pic>
      <p:sp>
        <p:nvSpPr>
          <p:cNvPr id="5" name="TextBox 4">
            <a:extLst>
              <a:ext uri="{FF2B5EF4-FFF2-40B4-BE49-F238E27FC236}">
                <a16:creationId xmlns:a16="http://schemas.microsoft.com/office/drawing/2014/main" id="{C8A04FDB-63A7-C346-50D5-F978B48103DF}"/>
              </a:ext>
            </a:extLst>
          </p:cNvPr>
          <p:cNvSpPr txBox="1"/>
          <p:nvPr/>
        </p:nvSpPr>
        <p:spPr>
          <a:xfrm>
            <a:off x="6568901" y="6360989"/>
            <a:ext cx="5232400" cy="276999"/>
          </a:xfrm>
          <a:prstGeom prst="rect">
            <a:avLst/>
          </a:prstGeom>
          <a:noFill/>
        </p:spPr>
        <p:txBody>
          <a:bodyPr wrap="square" rtlCol="0">
            <a:spAutoFit/>
          </a:bodyPr>
          <a:lstStyle/>
          <a:p>
            <a:pPr algn="r"/>
            <a:r>
              <a:rPr lang="de-DE" sz="1200" dirty="0"/>
              <a:t>Petri-Romão,  et al., </a:t>
            </a:r>
            <a:r>
              <a:rPr lang="de-DE" sz="1200" i="1" dirty="0"/>
              <a:t>in prep.</a:t>
            </a:r>
          </a:p>
        </p:txBody>
      </p:sp>
    </p:spTree>
    <p:extLst>
      <p:ext uri="{BB962C8B-B14F-4D97-AF65-F5344CB8AC3E}">
        <p14:creationId xmlns:p14="http://schemas.microsoft.com/office/powerpoint/2010/main" val="2108765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134AA-F240-0246-6534-50D58F088447}"/>
              </a:ext>
            </a:extLst>
          </p:cNvPr>
          <p:cNvSpPr>
            <a:spLocks noGrp="1"/>
          </p:cNvSpPr>
          <p:nvPr>
            <p:ph type="title"/>
          </p:nvPr>
        </p:nvSpPr>
        <p:spPr/>
        <p:txBody>
          <a:bodyPr/>
          <a:lstStyle/>
          <a:p>
            <a:r>
              <a:rPr lang="de-DE" dirty="0"/>
              <a:t>Petri</a:t>
            </a:r>
            <a:r>
              <a:rPr lang="pt-BR" dirty="0"/>
              <a:t>-Romão et al 2025, </a:t>
            </a:r>
            <a:r>
              <a:rPr lang="pt-BR" dirty="0" err="1"/>
              <a:t>Scientific</a:t>
            </a:r>
            <a:r>
              <a:rPr lang="pt-BR" dirty="0"/>
              <a:t> Reports</a:t>
            </a:r>
            <a:endParaRPr lang="LID4096" dirty="0"/>
          </a:p>
        </p:txBody>
      </p:sp>
      <p:pic>
        <p:nvPicPr>
          <p:cNvPr id="5" name="Content Placeholder 4" descr="A group of graphs with different colored squares&#10;&#10;AI-generated content may be incorrect.">
            <a:extLst>
              <a:ext uri="{FF2B5EF4-FFF2-40B4-BE49-F238E27FC236}">
                <a16:creationId xmlns:a16="http://schemas.microsoft.com/office/drawing/2014/main" id="{5F5BE2AA-13EA-94F6-A27C-B9EDAF4A0D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1586" y="802991"/>
            <a:ext cx="7144382" cy="5058060"/>
          </a:xfrm>
        </p:spPr>
      </p:pic>
    </p:spTree>
    <p:extLst>
      <p:ext uri="{BB962C8B-B14F-4D97-AF65-F5344CB8AC3E}">
        <p14:creationId xmlns:p14="http://schemas.microsoft.com/office/powerpoint/2010/main" val="1671492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94EB-2780-8657-F674-F3A86B105459}"/>
              </a:ext>
            </a:extLst>
          </p:cNvPr>
          <p:cNvSpPr>
            <a:spLocks noGrp="1"/>
          </p:cNvSpPr>
          <p:nvPr>
            <p:ph type="title"/>
          </p:nvPr>
        </p:nvSpPr>
        <p:spPr>
          <a:xfrm>
            <a:off x="2005426" y="540000"/>
            <a:ext cx="7849415" cy="904226"/>
          </a:xfrm>
        </p:spPr>
        <p:txBody>
          <a:bodyPr/>
          <a:lstStyle/>
          <a:p>
            <a:r>
              <a:rPr lang="de-DE" dirty="0"/>
              <a:t>Stress and mental </a:t>
            </a:r>
            <a:r>
              <a:rPr lang="de-DE" dirty="0" err="1"/>
              <a:t>health</a:t>
            </a:r>
            <a:r>
              <a:rPr lang="de-DE" dirty="0"/>
              <a:t> </a:t>
            </a:r>
            <a:r>
              <a:rPr lang="de-DE" dirty="0" err="1"/>
              <a:t>across</a:t>
            </a:r>
            <a:r>
              <a:rPr lang="de-DE" dirty="0"/>
              <a:t> </a:t>
            </a:r>
            <a:r>
              <a:rPr lang="de-DE" dirty="0" err="1"/>
              <a:t>phases</a:t>
            </a:r>
            <a:r>
              <a:rPr lang="de-DE" dirty="0"/>
              <a:t>: HEROES</a:t>
            </a:r>
          </a:p>
        </p:txBody>
      </p:sp>
      <p:sp>
        <p:nvSpPr>
          <p:cNvPr id="11" name="TextBox 10">
            <a:extLst>
              <a:ext uri="{FF2B5EF4-FFF2-40B4-BE49-F238E27FC236}">
                <a16:creationId xmlns:a16="http://schemas.microsoft.com/office/drawing/2014/main" id="{34BCB17E-EEAE-0B80-0C9C-97AE773F8585}"/>
              </a:ext>
            </a:extLst>
          </p:cNvPr>
          <p:cNvSpPr txBox="1"/>
          <p:nvPr/>
        </p:nvSpPr>
        <p:spPr>
          <a:xfrm>
            <a:off x="6568901" y="6360989"/>
            <a:ext cx="5232400" cy="276999"/>
          </a:xfrm>
          <a:prstGeom prst="rect">
            <a:avLst/>
          </a:prstGeom>
          <a:noFill/>
        </p:spPr>
        <p:txBody>
          <a:bodyPr wrap="square" rtlCol="0">
            <a:spAutoFit/>
          </a:bodyPr>
          <a:lstStyle/>
          <a:p>
            <a:pPr algn="r"/>
            <a:r>
              <a:rPr lang="de-DE" sz="1200" dirty="0"/>
              <a:t>Petri-Romão et al.,2025, </a:t>
            </a:r>
            <a:r>
              <a:rPr lang="pt-BR" sz="1200" dirty="0" err="1"/>
              <a:t>Scientific</a:t>
            </a:r>
            <a:r>
              <a:rPr lang="pt-BR" sz="1200" dirty="0"/>
              <a:t> Reports</a:t>
            </a:r>
            <a:endParaRPr lang="de-DE" sz="1200" i="1" dirty="0"/>
          </a:p>
        </p:txBody>
      </p:sp>
      <p:pic>
        <p:nvPicPr>
          <p:cNvPr id="5" name="Picture 4" title="Insertando imagen...">
            <a:extLst>
              <a:ext uri="{FF2B5EF4-FFF2-40B4-BE49-F238E27FC236}">
                <a16:creationId xmlns:a16="http://schemas.microsoft.com/office/drawing/2014/main" id="{516618EE-F5E6-0E80-19E7-173810A4F4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86050" y="1947800"/>
            <a:ext cx="7850990" cy="3516235"/>
          </a:xfrm>
          <a:prstGeom prst="rect">
            <a:avLst/>
          </a:prstGeom>
        </p:spPr>
      </p:pic>
      <p:sp>
        <p:nvSpPr>
          <p:cNvPr id="7" name="TextBox 6">
            <a:extLst>
              <a:ext uri="{FF2B5EF4-FFF2-40B4-BE49-F238E27FC236}">
                <a16:creationId xmlns:a16="http://schemas.microsoft.com/office/drawing/2014/main" id="{77D6D0CE-822B-632C-05F9-A864D8F56F41}"/>
              </a:ext>
            </a:extLst>
          </p:cNvPr>
          <p:cNvSpPr txBox="1"/>
          <p:nvPr/>
        </p:nvSpPr>
        <p:spPr>
          <a:xfrm>
            <a:off x="6924417" y="1699850"/>
            <a:ext cx="3594253" cy="369332"/>
          </a:xfrm>
          <a:prstGeom prst="rect">
            <a:avLst/>
          </a:prstGeom>
          <a:noFill/>
        </p:spPr>
        <p:txBody>
          <a:bodyPr wrap="square" rtlCol="0">
            <a:spAutoFit/>
          </a:bodyPr>
          <a:lstStyle/>
          <a:p>
            <a:r>
              <a:rPr lang="de-DE" b="1" dirty="0"/>
              <a:t>Stressor </a:t>
            </a:r>
            <a:r>
              <a:rPr lang="de-DE" b="1" dirty="0" err="1"/>
              <a:t>reactivity</a:t>
            </a:r>
            <a:r>
              <a:rPr lang="de-DE" b="1" dirty="0"/>
              <a:t> (SR)</a:t>
            </a:r>
          </a:p>
        </p:txBody>
      </p:sp>
      <p:sp>
        <p:nvSpPr>
          <p:cNvPr id="8" name="TextBox 7">
            <a:extLst>
              <a:ext uri="{FF2B5EF4-FFF2-40B4-BE49-F238E27FC236}">
                <a16:creationId xmlns:a16="http://schemas.microsoft.com/office/drawing/2014/main" id="{116F2E3B-F5CC-2DE9-D641-733CFC83BB4D}"/>
              </a:ext>
            </a:extLst>
          </p:cNvPr>
          <p:cNvSpPr txBox="1"/>
          <p:nvPr/>
        </p:nvSpPr>
        <p:spPr>
          <a:xfrm>
            <a:off x="1341596" y="1699851"/>
            <a:ext cx="3594253" cy="369332"/>
          </a:xfrm>
          <a:prstGeom prst="rect">
            <a:avLst/>
          </a:prstGeom>
          <a:noFill/>
        </p:spPr>
        <p:txBody>
          <a:bodyPr wrap="square" rtlCol="0">
            <a:spAutoFit/>
          </a:bodyPr>
          <a:lstStyle/>
          <a:p>
            <a:r>
              <a:rPr lang="de-DE" b="1" dirty="0"/>
              <a:t>Mental </a:t>
            </a:r>
            <a:r>
              <a:rPr lang="de-DE" b="1" dirty="0" err="1"/>
              <a:t>health</a:t>
            </a:r>
            <a:r>
              <a:rPr lang="de-DE" b="1" dirty="0"/>
              <a:t> </a:t>
            </a:r>
            <a:r>
              <a:rPr lang="de-DE" b="1" dirty="0" err="1"/>
              <a:t>problems</a:t>
            </a:r>
            <a:r>
              <a:rPr lang="de-DE" b="1" dirty="0"/>
              <a:t> (P)</a:t>
            </a:r>
          </a:p>
        </p:txBody>
      </p:sp>
      <p:sp>
        <p:nvSpPr>
          <p:cNvPr id="10" name="TextBox 9">
            <a:extLst>
              <a:ext uri="{FF2B5EF4-FFF2-40B4-BE49-F238E27FC236}">
                <a16:creationId xmlns:a16="http://schemas.microsoft.com/office/drawing/2014/main" id="{E1B77817-297F-E233-07CC-4D6AFB69F07E}"/>
              </a:ext>
            </a:extLst>
          </p:cNvPr>
          <p:cNvSpPr txBox="1"/>
          <p:nvPr/>
        </p:nvSpPr>
        <p:spPr>
          <a:xfrm>
            <a:off x="4419402" y="1699851"/>
            <a:ext cx="4381592" cy="369332"/>
          </a:xfrm>
          <a:prstGeom prst="rect">
            <a:avLst/>
          </a:prstGeom>
          <a:noFill/>
        </p:spPr>
        <p:txBody>
          <a:bodyPr wrap="square" rtlCol="0">
            <a:spAutoFit/>
          </a:bodyPr>
          <a:lstStyle/>
          <a:p>
            <a:r>
              <a:rPr lang="de-DE" b="1" dirty="0"/>
              <a:t>Stressor </a:t>
            </a:r>
            <a:r>
              <a:rPr lang="de-DE" b="1" dirty="0" err="1"/>
              <a:t>exposure</a:t>
            </a:r>
            <a:r>
              <a:rPr lang="de-DE" b="1" dirty="0"/>
              <a:t> (E)</a:t>
            </a:r>
          </a:p>
        </p:txBody>
      </p:sp>
      <p:sp>
        <p:nvSpPr>
          <p:cNvPr id="4" name="Rectangle 3">
            <a:extLst>
              <a:ext uri="{FF2B5EF4-FFF2-40B4-BE49-F238E27FC236}">
                <a16:creationId xmlns:a16="http://schemas.microsoft.com/office/drawing/2014/main" id="{8290DD32-1416-37EE-6319-DD195A1F30B6}"/>
              </a:ext>
            </a:extLst>
          </p:cNvPr>
          <p:cNvSpPr/>
          <p:nvPr/>
        </p:nvSpPr>
        <p:spPr bwMode="auto">
          <a:xfrm>
            <a:off x="6687966" y="1569478"/>
            <a:ext cx="3168440" cy="4208823"/>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60052" tIns="30026" rIns="60052" bIns="30026" numCol="1" rtlCol="0" anchor="t" anchorCtr="0" compatLnSpc="1">
            <a:prstTxWarp prst="textNoShape">
              <a:avLst/>
            </a:prstTxWarp>
          </a:bodyPr>
          <a:lstStyle/>
          <a:p>
            <a:pPr defTabSz="600486" eaLnBrk="0" fontAlgn="base" hangingPunct="0">
              <a:spcBef>
                <a:spcPct val="0"/>
              </a:spcBef>
              <a:spcAft>
                <a:spcPct val="0"/>
              </a:spcAft>
            </a:pPr>
            <a:endParaRPr lang="en-GB" sz="919">
              <a:latin typeface="Times New Roman" panose="02020603050405020304" pitchFamily="18" charset="0"/>
              <a:ea typeface="ＭＳ Ｐゴシック" panose="020B0600070205080204" pitchFamily="34" charset="-128"/>
            </a:endParaRPr>
          </a:p>
        </p:txBody>
      </p:sp>
      <p:sp>
        <p:nvSpPr>
          <p:cNvPr id="6" name="Rectangle 5">
            <a:extLst>
              <a:ext uri="{FF2B5EF4-FFF2-40B4-BE49-F238E27FC236}">
                <a16:creationId xmlns:a16="http://schemas.microsoft.com/office/drawing/2014/main" id="{46F6C27A-31E8-1ED4-82D2-496F27B4BDFE}"/>
              </a:ext>
            </a:extLst>
          </p:cNvPr>
          <p:cNvSpPr/>
          <p:nvPr/>
        </p:nvSpPr>
        <p:spPr bwMode="auto">
          <a:xfrm>
            <a:off x="4321411" y="1703689"/>
            <a:ext cx="5869484" cy="4208823"/>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60052" tIns="30026" rIns="60052" bIns="30026" numCol="1" rtlCol="0" anchor="t" anchorCtr="0" compatLnSpc="1">
            <a:prstTxWarp prst="textNoShape">
              <a:avLst/>
            </a:prstTxWarp>
          </a:bodyPr>
          <a:lstStyle/>
          <a:p>
            <a:pPr defTabSz="600486" eaLnBrk="0" fontAlgn="base" hangingPunct="0">
              <a:spcBef>
                <a:spcPct val="0"/>
              </a:spcBef>
              <a:spcAft>
                <a:spcPct val="0"/>
              </a:spcAft>
            </a:pPr>
            <a:endParaRPr lang="en-GB" sz="919">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413597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theme/theme1.xml><?xml version="1.0" encoding="utf-8"?>
<a:theme xmlns:a="http://schemas.openxmlformats.org/drawingml/2006/main" name="LIR_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R_Design" id="{A7F96998-C07E-4E51-981C-6DF8DD1BDE00}" vid="{CE7F7D90-0531-4CE3-A75D-15F67D2DA98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LIR_Design</Template>
  <TotalTime>137</TotalTime>
  <Words>1641</Words>
  <Application>Microsoft Office PowerPoint</Application>
  <PresentationFormat>Widescreen</PresentationFormat>
  <Paragraphs>205</Paragraphs>
  <Slides>16</Slides>
  <Notes>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Bebas Neue Regular</vt:lpstr>
      <vt:lpstr>Calibri</vt:lpstr>
      <vt:lpstr>Times New Roman</vt:lpstr>
      <vt:lpstr>Wingdings</vt:lpstr>
      <vt:lpstr>LIR_Design</vt:lpstr>
      <vt:lpstr>Assessing and Quantifying Stressors</vt:lpstr>
      <vt:lpstr>Measuring stressors in your studies</vt:lpstr>
      <vt:lpstr>Designing new studies</vt:lpstr>
      <vt:lpstr>Designing new studies</vt:lpstr>
      <vt:lpstr>PowerPoint Presentation</vt:lpstr>
      <vt:lpstr>Designing new studies</vt:lpstr>
      <vt:lpstr>Designing new studies</vt:lpstr>
      <vt:lpstr>Using collected data</vt:lpstr>
      <vt:lpstr>Case Study: HEROES</vt:lpstr>
      <vt:lpstr>PowerPoint Presentation</vt:lpstr>
      <vt:lpstr>PowerPoint Presentation</vt:lpstr>
      <vt:lpstr>Item correlation with mental health</vt:lpstr>
      <vt:lpstr>Case study 2: HEROES</vt:lpstr>
      <vt:lpstr>Case study 2: HEROES</vt:lpstr>
      <vt:lpstr>Petri-Romão et al 2025, Scientific Reports</vt:lpstr>
      <vt:lpstr>Stress and mental health across phases: HEROES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Matthias Zerban</dc:creator>
  <cp:lastModifiedBy>Papoula Petri-Romão</cp:lastModifiedBy>
  <cp:revision>8</cp:revision>
  <dcterms:created xsi:type="dcterms:W3CDTF">2024-09-18T13:46:28Z</dcterms:created>
  <dcterms:modified xsi:type="dcterms:W3CDTF">2025-09-23T08:07:48Z</dcterms:modified>
</cp:coreProperties>
</file>